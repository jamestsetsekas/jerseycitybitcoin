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1"/>
  </p:notesMasterIdLst>
  <p:sldIdLst>
    <p:sldId id="256" r:id="rId2"/>
    <p:sldId id="258" r:id="rId3"/>
    <p:sldId id="273" r:id="rId4"/>
    <p:sldId id="259" r:id="rId5"/>
    <p:sldId id="261" r:id="rId6"/>
    <p:sldId id="265" r:id="rId7"/>
    <p:sldId id="266" r:id="rId8"/>
    <p:sldId id="267" r:id="rId9"/>
    <p:sldId id="268" r:id="rId10"/>
    <p:sldId id="269" r:id="rId11"/>
    <p:sldId id="270" r:id="rId12"/>
    <p:sldId id="271" r:id="rId13"/>
    <p:sldId id="272" r:id="rId14"/>
    <p:sldId id="257" r:id="rId15"/>
    <p:sldId id="260" r:id="rId16"/>
    <p:sldId id="262" r:id="rId17"/>
    <p:sldId id="263" r:id="rId18"/>
    <p:sldId id="264" r:id="rId19"/>
    <p:sldId id="274" r:id="rId2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8" d="100"/>
          <a:sy n="48" d="100"/>
        </p:scale>
        <p:origin x="182"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afd06ddbc5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g2afd06ddbc5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3753a197f53_0_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 name="Google Shape;101;g3753a197f53_0_5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g3753a197f53_0_5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a:extLst>
            <a:ext uri="{FF2B5EF4-FFF2-40B4-BE49-F238E27FC236}">
              <a16:creationId xmlns:a16="http://schemas.microsoft.com/office/drawing/2014/main" id="{6D783917-909B-E83D-83B3-78B61D452C58}"/>
            </a:ext>
          </a:extLst>
        </p:cNvPr>
        <p:cNvGrpSpPr/>
        <p:nvPr/>
      </p:nvGrpSpPr>
      <p:grpSpPr>
        <a:xfrm>
          <a:off x="0" y="0"/>
          <a:ext cx="0" cy="0"/>
          <a:chOff x="0" y="0"/>
          <a:chExt cx="0" cy="0"/>
        </a:xfrm>
      </p:grpSpPr>
      <p:sp>
        <p:nvSpPr>
          <p:cNvPr id="100" name="Google Shape;100;g3753a197f53_0_51:notes">
            <a:extLst>
              <a:ext uri="{FF2B5EF4-FFF2-40B4-BE49-F238E27FC236}">
                <a16:creationId xmlns:a16="http://schemas.microsoft.com/office/drawing/2014/main" id="{854EAB6B-4F38-3A83-E2E7-243DB59DC71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 name="Google Shape;101;g3753a197f53_0_51:notes">
            <a:extLst>
              <a:ext uri="{FF2B5EF4-FFF2-40B4-BE49-F238E27FC236}">
                <a16:creationId xmlns:a16="http://schemas.microsoft.com/office/drawing/2014/main" id="{5ADE5E98-4680-72F3-A500-997F849A1659}"/>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g3753a197f53_0_51:notes">
            <a:extLst>
              <a:ext uri="{FF2B5EF4-FFF2-40B4-BE49-F238E27FC236}">
                <a16:creationId xmlns:a16="http://schemas.microsoft.com/office/drawing/2014/main" id="{8D2BAFB2-92F8-C33E-A93A-99A4C2273388}"/>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extLst>
      <p:ext uri="{BB962C8B-B14F-4D97-AF65-F5344CB8AC3E}">
        <p14:creationId xmlns:p14="http://schemas.microsoft.com/office/powerpoint/2010/main" val="38117427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756368bd3b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5" name="Google Shape;115;g3756368bd3b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6" name="Google Shape;116;g3756368bd3b_0_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35fb18b9878_0_1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5" name="Google Shape;135;g35fb18b9878_0_15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6" name="Google Shape;136;g35fb18b9878_0_15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3747c530c01_0_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9" name="Google Shape;169;g3747c530c01_0_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0" name="Google Shape;170;g3747c530c01_0_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37e95ef5010_0_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7" name="Google Shape;177;g37e95ef5010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8" name="Google Shape;178;g37e95ef5010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37e95ef5010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4" name="Google Shape;184;g37e95ef5010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5" name="Google Shape;185;g37e95ef5010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374958c1399_0_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3" name="Google Shape;193;g374958c1399_0_2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4" name="Google Shape;194;g374958c1399_0_2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361dcd03322_0_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2" name="Google Shape;202;g361dcd03322_0_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3" name="Google Shape;203;g361dcd03322_0_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g35fb18b9878_0_8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7" name="Google Shape;217;g35fb18b9878_0_8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8" name="Google Shape;218;g35fb18b9878_0_8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g35a2bd3bbb9_0_1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4" name="Google Shape;224;g35a2bd3bbb9_0_1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5" name="Google Shape;225;g35a2bd3bbb9_0_11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a:extLst>
            <a:ext uri="{FF2B5EF4-FFF2-40B4-BE49-F238E27FC236}">
              <a16:creationId xmlns:a16="http://schemas.microsoft.com/office/drawing/2014/main" id="{9769F3CB-9C11-4D79-56AB-58BE3234A209}"/>
            </a:ext>
          </a:extLst>
        </p:cNvPr>
        <p:cNvGrpSpPr/>
        <p:nvPr/>
      </p:nvGrpSpPr>
      <p:grpSpPr>
        <a:xfrm>
          <a:off x="0" y="0"/>
          <a:ext cx="0" cy="0"/>
          <a:chOff x="0" y="0"/>
          <a:chExt cx="0" cy="0"/>
        </a:xfrm>
      </p:grpSpPr>
      <p:sp>
        <p:nvSpPr>
          <p:cNvPr id="216" name="Google Shape;216;g35fb18b9878_0_82:notes">
            <a:extLst>
              <a:ext uri="{FF2B5EF4-FFF2-40B4-BE49-F238E27FC236}">
                <a16:creationId xmlns:a16="http://schemas.microsoft.com/office/drawing/2014/main" id="{484B5D1C-54DD-6EB1-62A8-D4AFEF6BEC1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7" name="Google Shape;217;g35fb18b9878_0_82:notes">
            <a:extLst>
              <a:ext uri="{FF2B5EF4-FFF2-40B4-BE49-F238E27FC236}">
                <a16:creationId xmlns:a16="http://schemas.microsoft.com/office/drawing/2014/main" id="{F1D19776-4575-8AB9-BB31-554CA482CA8D}"/>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8" name="Google Shape;218;g35fb18b9878_0_82:notes">
            <a:extLst>
              <a:ext uri="{FF2B5EF4-FFF2-40B4-BE49-F238E27FC236}">
                <a16:creationId xmlns:a16="http://schemas.microsoft.com/office/drawing/2014/main" id="{4CFFA251-9E41-3B67-394D-20C86E622ADF}"/>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extLst>
      <p:ext uri="{BB962C8B-B14F-4D97-AF65-F5344CB8AC3E}">
        <p14:creationId xmlns:p14="http://schemas.microsoft.com/office/powerpoint/2010/main" val="5604994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332749c3197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 name="Google Shape;92;g332749c3197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g332749c3197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37e95ef5010_0_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7" name="Google Shape;127;g37e95ef5010_0_1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 name="Google Shape;128;g37e95ef5010_0_1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37eeaf84a64_0_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4" name="Google Shape;144;g37eeaf84a64_0_2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5" name="Google Shape;145;g37eeaf84a64_0_2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37eeaf84a64_0_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 name="Google Shape;152;g37eeaf84a64_0_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3" name="Google Shape;153;g37eeaf84a64_0_1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7eeaf84a64_0_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0" name="Google Shape;160;g37eeaf84a64_0_2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1" name="Google Shape;161;g37eeaf84a64_0_2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a:extLst>
            <a:ext uri="{FF2B5EF4-FFF2-40B4-BE49-F238E27FC236}">
              <a16:creationId xmlns:a16="http://schemas.microsoft.com/office/drawing/2014/main" id="{EE26AD31-B9BF-672B-FF16-6CBDE6C8692F}"/>
            </a:ext>
          </a:extLst>
        </p:cNvPr>
        <p:cNvGrpSpPr/>
        <p:nvPr/>
      </p:nvGrpSpPr>
      <p:grpSpPr>
        <a:xfrm>
          <a:off x="0" y="0"/>
          <a:ext cx="0" cy="0"/>
          <a:chOff x="0" y="0"/>
          <a:chExt cx="0" cy="0"/>
        </a:xfrm>
      </p:grpSpPr>
      <p:sp>
        <p:nvSpPr>
          <p:cNvPr id="201" name="Google Shape;201;g361dcd03322_0_4:notes">
            <a:extLst>
              <a:ext uri="{FF2B5EF4-FFF2-40B4-BE49-F238E27FC236}">
                <a16:creationId xmlns:a16="http://schemas.microsoft.com/office/drawing/2014/main" id="{5AEA37B0-990D-3903-EA1A-863BA5183E7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2" name="Google Shape;202;g361dcd03322_0_4:notes">
            <a:extLst>
              <a:ext uri="{FF2B5EF4-FFF2-40B4-BE49-F238E27FC236}">
                <a16:creationId xmlns:a16="http://schemas.microsoft.com/office/drawing/2014/main" id="{6758A1F8-69A6-FB15-DDF8-8F0B8F1887A7}"/>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3" name="Google Shape;203;g361dcd03322_0_4:notes">
            <a:extLst>
              <a:ext uri="{FF2B5EF4-FFF2-40B4-BE49-F238E27FC236}">
                <a16:creationId xmlns:a16="http://schemas.microsoft.com/office/drawing/2014/main" id="{4B45EA3D-F534-D64B-C09B-D466A3E65410}"/>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14646699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rgbClr val="FF9900"/>
              </a:buClr>
              <a:buSzPts val="6000"/>
              <a:buFont typeface="Calibri"/>
              <a:buNone/>
              <a:defRPr sz="6000">
                <a:solidFill>
                  <a:srgbClr val="FF990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rgbClr val="FF9900"/>
              </a:buClr>
              <a:buSzPts val="2400"/>
              <a:buNone/>
              <a:defRPr sz="2400">
                <a:solidFill>
                  <a:srgbClr val="FF9900"/>
                </a:solidFill>
              </a:defRPr>
            </a:lvl1pPr>
            <a:lvl2pPr lvl="1" algn="ctr">
              <a:lnSpc>
                <a:spcPct val="90000"/>
              </a:lnSpc>
              <a:spcBef>
                <a:spcPts val="500"/>
              </a:spcBef>
              <a:spcAft>
                <a:spcPts val="0"/>
              </a:spcAft>
              <a:buClr>
                <a:srgbClr val="FF9900"/>
              </a:buClr>
              <a:buSzPts val="2000"/>
              <a:buNone/>
              <a:defRPr sz="2000"/>
            </a:lvl2pPr>
            <a:lvl3pPr lvl="2" algn="ctr">
              <a:lnSpc>
                <a:spcPct val="90000"/>
              </a:lnSpc>
              <a:spcBef>
                <a:spcPts val="500"/>
              </a:spcBef>
              <a:spcAft>
                <a:spcPts val="0"/>
              </a:spcAft>
              <a:buClr>
                <a:srgbClr val="FF9900"/>
              </a:buClr>
              <a:buSzPts val="1800"/>
              <a:buNone/>
              <a:defRPr sz="1800"/>
            </a:lvl3pPr>
            <a:lvl4pPr lvl="3" algn="ctr">
              <a:lnSpc>
                <a:spcPct val="90000"/>
              </a:lnSpc>
              <a:spcBef>
                <a:spcPts val="500"/>
              </a:spcBef>
              <a:spcAft>
                <a:spcPts val="0"/>
              </a:spcAft>
              <a:buClr>
                <a:srgbClr val="FF9900"/>
              </a:buClr>
              <a:buSzPts val="1600"/>
              <a:buNone/>
              <a:defRPr sz="1600"/>
            </a:lvl4pPr>
            <a:lvl5pPr lvl="4" algn="ctr">
              <a:lnSpc>
                <a:spcPct val="90000"/>
              </a:lnSpc>
              <a:spcBef>
                <a:spcPts val="500"/>
              </a:spcBef>
              <a:spcAft>
                <a:spcPts val="0"/>
              </a:spcAft>
              <a:buClr>
                <a:srgbClr val="FF9900"/>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a:endParaRPr/>
          </a:p>
        </p:txBody>
      </p:sp>
      <p:sp>
        <p:nvSpPr>
          <p:cNvPr id="18" name="Google Shape;18;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bg>
      <p:bgPr>
        <a:solidFill>
          <a:schemeClr val="dk1"/>
        </a:solidFill>
        <a:effectLst/>
      </p:bgPr>
    </p:bg>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FF9900"/>
              </a:buClr>
              <a:buSzPts val="4400"/>
              <a:buFont typeface="Calibri"/>
              <a:buNone/>
              <a:defRPr>
                <a:solidFill>
                  <a:srgbClr val="FF990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rgbClr val="FF9900"/>
              </a:buClr>
              <a:buSzPts val="2800"/>
              <a:buChar char="•"/>
              <a:defRPr>
                <a:solidFill>
                  <a:srgbClr val="FF9900"/>
                </a:solidFill>
              </a:defRPr>
            </a:lvl1pPr>
            <a:lvl2pPr marL="914400" lvl="1" indent="-381000" algn="l">
              <a:lnSpc>
                <a:spcPct val="90000"/>
              </a:lnSpc>
              <a:spcBef>
                <a:spcPts val="500"/>
              </a:spcBef>
              <a:spcAft>
                <a:spcPts val="0"/>
              </a:spcAft>
              <a:buClr>
                <a:srgbClr val="FF9900"/>
              </a:buClr>
              <a:buSzPts val="2400"/>
              <a:buChar char="•"/>
              <a:defRPr>
                <a:solidFill>
                  <a:srgbClr val="FF9900"/>
                </a:solidFill>
              </a:defRPr>
            </a:lvl2pPr>
            <a:lvl3pPr marL="1371600" lvl="2" indent="-355600" algn="l">
              <a:lnSpc>
                <a:spcPct val="90000"/>
              </a:lnSpc>
              <a:spcBef>
                <a:spcPts val="500"/>
              </a:spcBef>
              <a:spcAft>
                <a:spcPts val="0"/>
              </a:spcAft>
              <a:buClr>
                <a:srgbClr val="FF9900"/>
              </a:buClr>
              <a:buSzPts val="2000"/>
              <a:buChar char="•"/>
              <a:defRPr>
                <a:solidFill>
                  <a:srgbClr val="FF9900"/>
                </a:solidFill>
              </a:defRPr>
            </a:lvl3pPr>
            <a:lvl4pPr marL="1828800" lvl="3" indent="-342900" algn="l">
              <a:lnSpc>
                <a:spcPct val="90000"/>
              </a:lnSpc>
              <a:spcBef>
                <a:spcPts val="500"/>
              </a:spcBef>
              <a:spcAft>
                <a:spcPts val="0"/>
              </a:spcAft>
              <a:buClr>
                <a:srgbClr val="FF9900"/>
              </a:buClr>
              <a:buSzPts val="1800"/>
              <a:buChar char="•"/>
              <a:defRPr>
                <a:solidFill>
                  <a:srgbClr val="FF9900"/>
                </a:solidFill>
              </a:defRPr>
            </a:lvl4pPr>
            <a:lvl5pPr marL="2286000" lvl="4" indent="-342900" algn="l">
              <a:lnSpc>
                <a:spcPct val="90000"/>
              </a:lnSpc>
              <a:spcBef>
                <a:spcPts val="500"/>
              </a:spcBef>
              <a:spcAft>
                <a:spcPts val="0"/>
              </a:spcAft>
              <a:buClr>
                <a:srgbClr val="FF9900"/>
              </a:buClr>
              <a:buSzPts val="1800"/>
              <a:buChar char="•"/>
              <a:defRPr>
                <a:solidFill>
                  <a:srgbClr val="FF9900"/>
                </a:solidFill>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4" name="Google Shape;24;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FF9900"/>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2400"/>
              <a:buNone/>
              <a:defRPr sz="2400">
                <a:solidFill>
                  <a:schemeClr val="lt1"/>
                </a:solidFill>
              </a:defRPr>
            </a:lvl1pPr>
            <a:lvl2pPr marL="914400" lvl="1" indent="-228600" algn="l">
              <a:lnSpc>
                <a:spcPct val="90000"/>
              </a:lnSpc>
              <a:spcBef>
                <a:spcPts val="500"/>
              </a:spcBef>
              <a:spcAft>
                <a:spcPts val="0"/>
              </a:spcAft>
              <a:buClr>
                <a:schemeClr val="lt1"/>
              </a:buClr>
              <a:buSzPts val="2000"/>
              <a:buNone/>
              <a:defRPr sz="2000">
                <a:solidFill>
                  <a:schemeClr val="lt1"/>
                </a:solidFill>
              </a:defRPr>
            </a:lvl2pPr>
            <a:lvl3pPr marL="1371600" lvl="2" indent="-228600" algn="l">
              <a:lnSpc>
                <a:spcPct val="90000"/>
              </a:lnSpc>
              <a:spcBef>
                <a:spcPts val="500"/>
              </a:spcBef>
              <a:spcAft>
                <a:spcPts val="0"/>
              </a:spcAft>
              <a:buClr>
                <a:schemeClr val="lt1"/>
              </a:buClr>
              <a:buSzPts val="1800"/>
              <a:buNone/>
              <a:defRPr sz="1800">
                <a:solidFill>
                  <a:schemeClr val="lt1"/>
                </a:solidFill>
              </a:defRPr>
            </a:lvl3pPr>
            <a:lvl4pPr marL="1828800" lvl="3" indent="-228600" algn="l">
              <a:lnSpc>
                <a:spcPct val="90000"/>
              </a:lnSpc>
              <a:spcBef>
                <a:spcPts val="500"/>
              </a:spcBef>
              <a:spcAft>
                <a:spcPts val="0"/>
              </a:spcAft>
              <a:buClr>
                <a:schemeClr val="lt1"/>
              </a:buClr>
              <a:buSzPts val="1600"/>
              <a:buNone/>
              <a:defRPr sz="1600">
                <a:solidFill>
                  <a:schemeClr val="lt1"/>
                </a:solidFill>
              </a:defRPr>
            </a:lvl4pPr>
            <a:lvl5pPr marL="2286000" lvl="4" indent="-228600" algn="l">
              <a:lnSpc>
                <a:spcPct val="90000"/>
              </a:lnSpc>
              <a:spcBef>
                <a:spcPts val="500"/>
              </a:spcBef>
              <a:spcAft>
                <a:spcPts val="0"/>
              </a:spcAft>
              <a:buClr>
                <a:schemeClr val="lt1"/>
              </a:buClr>
              <a:buSzPts val="1600"/>
              <a:buNone/>
              <a:defRPr sz="1600">
                <a:solidFill>
                  <a:schemeClr val="lt1"/>
                </a:solidFill>
              </a:defRPr>
            </a:lvl5pPr>
            <a:lvl6pPr marL="2743200" lvl="5" indent="-228600" algn="l">
              <a:lnSpc>
                <a:spcPct val="90000"/>
              </a:lnSpc>
              <a:spcBef>
                <a:spcPts val="500"/>
              </a:spcBef>
              <a:spcAft>
                <a:spcPts val="0"/>
              </a:spcAft>
              <a:buClr>
                <a:schemeClr val="lt1"/>
              </a:buClr>
              <a:buSzPts val="1600"/>
              <a:buNone/>
              <a:defRPr sz="1600">
                <a:solidFill>
                  <a:schemeClr val="lt1"/>
                </a:solidFill>
              </a:defRPr>
            </a:lvl6pPr>
            <a:lvl7pPr marL="3200400" lvl="6" indent="-228600" algn="l">
              <a:lnSpc>
                <a:spcPct val="90000"/>
              </a:lnSpc>
              <a:spcBef>
                <a:spcPts val="500"/>
              </a:spcBef>
              <a:spcAft>
                <a:spcPts val="0"/>
              </a:spcAft>
              <a:buClr>
                <a:schemeClr val="lt1"/>
              </a:buClr>
              <a:buSzPts val="1600"/>
              <a:buNone/>
              <a:defRPr sz="1600">
                <a:solidFill>
                  <a:schemeClr val="lt1"/>
                </a:solidFill>
              </a:defRPr>
            </a:lvl7pPr>
            <a:lvl8pPr marL="3657600" lvl="7" indent="-228600" algn="l">
              <a:lnSpc>
                <a:spcPct val="90000"/>
              </a:lnSpc>
              <a:spcBef>
                <a:spcPts val="500"/>
              </a:spcBef>
              <a:spcAft>
                <a:spcPts val="0"/>
              </a:spcAft>
              <a:buClr>
                <a:schemeClr val="lt1"/>
              </a:buClr>
              <a:buSzPts val="1600"/>
              <a:buNone/>
              <a:defRPr sz="1600">
                <a:solidFill>
                  <a:schemeClr val="lt1"/>
                </a:solidFill>
              </a:defRPr>
            </a:lvl8pPr>
            <a:lvl9pPr marL="4114800" lvl="8" indent="-228600" algn="l">
              <a:lnSpc>
                <a:spcPct val="90000"/>
              </a:lnSpc>
              <a:spcBef>
                <a:spcPts val="500"/>
              </a:spcBef>
              <a:spcAft>
                <a:spcPts val="0"/>
              </a:spcAft>
              <a:buClr>
                <a:schemeClr val="lt1"/>
              </a:buClr>
              <a:buSzPts val="1600"/>
              <a:buNone/>
              <a:defRPr sz="1600">
                <a:solidFill>
                  <a:schemeClr val="lt1"/>
                </a:solidFill>
              </a:defRPr>
            </a:lvl9pPr>
          </a:lstStyle>
          <a:p>
            <a:endParaRPr/>
          </a:p>
        </p:txBody>
      </p:sp>
      <p:sp>
        <p:nvSpPr>
          <p:cNvPr id="30" name="Google Shape;30;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bg>
      <p:bgPr>
        <a:solidFill>
          <a:schemeClr val="dk1"/>
        </a:solidFill>
        <a:effectLst/>
      </p:bgPr>
    </p:bg>
    <p:spTree>
      <p:nvGrpSpPr>
        <p:cNvPr id="1" name="Shape 33"/>
        <p:cNvGrpSpPr/>
        <p:nvPr/>
      </p:nvGrpSpPr>
      <p:grpSpPr>
        <a:xfrm>
          <a:off x="0" y="0"/>
          <a:ext cx="0" cy="0"/>
          <a:chOff x="0" y="0"/>
          <a:chExt cx="0" cy="0"/>
        </a:xfrm>
      </p:grpSpPr>
      <p:sp>
        <p:nvSpPr>
          <p:cNvPr id="34" name="Google Shape;34;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FF990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FF9900"/>
              </a:buClr>
              <a:buSzPts val="1800"/>
              <a:buChar char="•"/>
              <a:defRPr/>
            </a:lvl1pPr>
            <a:lvl2pPr marL="914400" lvl="1" indent="-342900" algn="l">
              <a:lnSpc>
                <a:spcPct val="90000"/>
              </a:lnSpc>
              <a:spcBef>
                <a:spcPts val="500"/>
              </a:spcBef>
              <a:spcAft>
                <a:spcPts val="0"/>
              </a:spcAft>
              <a:buClr>
                <a:srgbClr val="FF9900"/>
              </a:buClr>
              <a:buSzPts val="1800"/>
              <a:buChar char="•"/>
              <a:defRPr/>
            </a:lvl2pPr>
            <a:lvl3pPr marL="1371600" lvl="2" indent="-342900" algn="l">
              <a:lnSpc>
                <a:spcPct val="90000"/>
              </a:lnSpc>
              <a:spcBef>
                <a:spcPts val="500"/>
              </a:spcBef>
              <a:spcAft>
                <a:spcPts val="0"/>
              </a:spcAft>
              <a:buClr>
                <a:srgbClr val="FF9900"/>
              </a:buClr>
              <a:buSzPts val="1800"/>
              <a:buChar char="•"/>
              <a:defRPr/>
            </a:lvl3pPr>
            <a:lvl4pPr marL="1828800" lvl="3" indent="-342900" algn="l">
              <a:lnSpc>
                <a:spcPct val="90000"/>
              </a:lnSpc>
              <a:spcBef>
                <a:spcPts val="500"/>
              </a:spcBef>
              <a:spcAft>
                <a:spcPts val="0"/>
              </a:spcAft>
              <a:buClr>
                <a:srgbClr val="FF9900"/>
              </a:buClr>
              <a:buSzPts val="1800"/>
              <a:buChar char="•"/>
              <a:defRPr/>
            </a:lvl4pPr>
            <a:lvl5pPr marL="2286000" lvl="4" indent="-342900" algn="l">
              <a:lnSpc>
                <a:spcPct val="90000"/>
              </a:lnSpc>
              <a:spcBef>
                <a:spcPts val="500"/>
              </a:spcBef>
              <a:spcAft>
                <a:spcPts val="0"/>
              </a:spcAft>
              <a:buClr>
                <a:srgbClr val="FF9900"/>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6" name="Google Shape;36;p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FF9900"/>
              </a:buClr>
              <a:buSzPts val="1800"/>
              <a:buChar char="•"/>
              <a:defRPr/>
            </a:lvl1pPr>
            <a:lvl2pPr marL="914400" lvl="1" indent="-342900" algn="l">
              <a:lnSpc>
                <a:spcPct val="90000"/>
              </a:lnSpc>
              <a:spcBef>
                <a:spcPts val="500"/>
              </a:spcBef>
              <a:spcAft>
                <a:spcPts val="0"/>
              </a:spcAft>
              <a:buClr>
                <a:srgbClr val="FF9900"/>
              </a:buClr>
              <a:buSzPts val="1800"/>
              <a:buChar char="•"/>
              <a:defRPr/>
            </a:lvl2pPr>
            <a:lvl3pPr marL="1371600" lvl="2" indent="-342900" algn="l">
              <a:lnSpc>
                <a:spcPct val="90000"/>
              </a:lnSpc>
              <a:spcBef>
                <a:spcPts val="500"/>
              </a:spcBef>
              <a:spcAft>
                <a:spcPts val="0"/>
              </a:spcAft>
              <a:buClr>
                <a:srgbClr val="FF9900"/>
              </a:buClr>
              <a:buSzPts val="1800"/>
              <a:buChar char="•"/>
              <a:defRPr/>
            </a:lvl3pPr>
            <a:lvl4pPr marL="1828800" lvl="3" indent="-342900" algn="l">
              <a:lnSpc>
                <a:spcPct val="90000"/>
              </a:lnSpc>
              <a:spcBef>
                <a:spcPts val="500"/>
              </a:spcBef>
              <a:spcAft>
                <a:spcPts val="0"/>
              </a:spcAft>
              <a:buClr>
                <a:srgbClr val="FF9900"/>
              </a:buClr>
              <a:buSzPts val="1800"/>
              <a:buChar char="•"/>
              <a:defRPr/>
            </a:lvl4pPr>
            <a:lvl5pPr marL="2286000" lvl="4" indent="-342900" algn="l">
              <a:lnSpc>
                <a:spcPct val="90000"/>
              </a:lnSpc>
              <a:spcBef>
                <a:spcPts val="500"/>
              </a:spcBef>
              <a:spcAft>
                <a:spcPts val="0"/>
              </a:spcAft>
              <a:buClr>
                <a:srgbClr val="FF9900"/>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7" name="Google Shape;37;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bg>
      <p:bgPr>
        <a:solidFill>
          <a:schemeClr val="dk1"/>
        </a:solidFill>
        <a:effectLst/>
      </p:bgPr>
    </p:bg>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FF990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rgbClr val="FF9900"/>
              </a:buClr>
              <a:buSzPts val="2400"/>
              <a:buNone/>
              <a:defRPr sz="2400" b="1"/>
            </a:lvl1pPr>
            <a:lvl2pPr marL="914400" lvl="1" indent="-228600" algn="l">
              <a:lnSpc>
                <a:spcPct val="90000"/>
              </a:lnSpc>
              <a:spcBef>
                <a:spcPts val="500"/>
              </a:spcBef>
              <a:spcAft>
                <a:spcPts val="0"/>
              </a:spcAft>
              <a:buClr>
                <a:srgbClr val="FF9900"/>
              </a:buClr>
              <a:buSzPts val="2000"/>
              <a:buNone/>
              <a:defRPr sz="2000" b="1"/>
            </a:lvl2pPr>
            <a:lvl3pPr marL="1371600" lvl="2" indent="-228600" algn="l">
              <a:lnSpc>
                <a:spcPct val="90000"/>
              </a:lnSpc>
              <a:spcBef>
                <a:spcPts val="500"/>
              </a:spcBef>
              <a:spcAft>
                <a:spcPts val="0"/>
              </a:spcAft>
              <a:buClr>
                <a:srgbClr val="FF9900"/>
              </a:buClr>
              <a:buSzPts val="1800"/>
              <a:buNone/>
              <a:defRPr sz="1800" b="1"/>
            </a:lvl3pPr>
            <a:lvl4pPr marL="1828800" lvl="3" indent="-228600" algn="l">
              <a:lnSpc>
                <a:spcPct val="90000"/>
              </a:lnSpc>
              <a:spcBef>
                <a:spcPts val="500"/>
              </a:spcBef>
              <a:spcAft>
                <a:spcPts val="0"/>
              </a:spcAft>
              <a:buClr>
                <a:srgbClr val="FF9900"/>
              </a:buClr>
              <a:buSzPts val="1600"/>
              <a:buNone/>
              <a:defRPr sz="1600" b="1"/>
            </a:lvl4pPr>
            <a:lvl5pPr marL="2286000" lvl="4" indent="-228600" algn="l">
              <a:lnSpc>
                <a:spcPct val="90000"/>
              </a:lnSpc>
              <a:spcBef>
                <a:spcPts val="500"/>
              </a:spcBef>
              <a:spcAft>
                <a:spcPts val="0"/>
              </a:spcAft>
              <a:buClr>
                <a:srgbClr val="FF9900"/>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3" name="Google Shape;43;p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FF9900"/>
              </a:buClr>
              <a:buSzPts val="1800"/>
              <a:buChar char="•"/>
              <a:defRPr/>
            </a:lvl1pPr>
            <a:lvl2pPr marL="914400" lvl="1" indent="-342900" algn="l">
              <a:lnSpc>
                <a:spcPct val="90000"/>
              </a:lnSpc>
              <a:spcBef>
                <a:spcPts val="500"/>
              </a:spcBef>
              <a:spcAft>
                <a:spcPts val="0"/>
              </a:spcAft>
              <a:buClr>
                <a:srgbClr val="FF9900"/>
              </a:buClr>
              <a:buSzPts val="1800"/>
              <a:buChar char="•"/>
              <a:defRPr/>
            </a:lvl2pPr>
            <a:lvl3pPr marL="1371600" lvl="2" indent="-342900" algn="l">
              <a:lnSpc>
                <a:spcPct val="90000"/>
              </a:lnSpc>
              <a:spcBef>
                <a:spcPts val="500"/>
              </a:spcBef>
              <a:spcAft>
                <a:spcPts val="0"/>
              </a:spcAft>
              <a:buClr>
                <a:srgbClr val="FF9900"/>
              </a:buClr>
              <a:buSzPts val="1800"/>
              <a:buChar char="•"/>
              <a:defRPr/>
            </a:lvl3pPr>
            <a:lvl4pPr marL="1828800" lvl="3" indent="-342900" algn="l">
              <a:lnSpc>
                <a:spcPct val="90000"/>
              </a:lnSpc>
              <a:spcBef>
                <a:spcPts val="500"/>
              </a:spcBef>
              <a:spcAft>
                <a:spcPts val="0"/>
              </a:spcAft>
              <a:buClr>
                <a:srgbClr val="FF9900"/>
              </a:buClr>
              <a:buSzPts val="1800"/>
              <a:buChar char="•"/>
              <a:defRPr/>
            </a:lvl4pPr>
            <a:lvl5pPr marL="2286000" lvl="4" indent="-342900" algn="l">
              <a:lnSpc>
                <a:spcPct val="90000"/>
              </a:lnSpc>
              <a:spcBef>
                <a:spcPts val="500"/>
              </a:spcBef>
              <a:spcAft>
                <a:spcPts val="0"/>
              </a:spcAft>
              <a:buClr>
                <a:srgbClr val="FF9900"/>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4" name="Google Shape;44;p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rgbClr val="FF9900"/>
              </a:buClr>
              <a:buSzPts val="2400"/>
              <a:buNone/>
              <a:defRPr sz="2400" b="1"/>
            </a:lvl1pPr>
            <a:lvl2pPr marL="914400" lvl="1" indent="-228600" algn="l">
              <a:lnSpc>
                <a:spcPct val="90000"/>
              </a:lnSpc>
              <a:spcBef>
                <a:spcPts val="500"/>
              </a:spcBef>
              <a:spcAft>
                <a:spcPts val="0"/>
              </a:spcAft>
              <a:buClr>
                <a:srgbClr val="FF9900"/>
              </a:buClr>
              <a:buSzPts val="2000"/>
              <a:buNone/>
              <a:defRPr sz="2000" b="1"/>
            </a:lvl2pPr>
            <a:lvl3pPr marL="1371600" lvl="2" indent="-228600" algn="l">
              <a:lnSpc>
                <a:spcPct val="90000"/>
              </a:lnSpc>
              <a:spcBef>
                <a:spcPts val="500"/>
              </a:spcBef>
              <a:spcAft>
                <a:spcPts val="0"/>
              </a:spcAft>
              <a:buClr>
                <a:srgbClr val="FF9900"/>
              </a:buClr>
              <a:buSzPts val="1800"/>
              <a:buNone/>
              <a:defRPr sz="1800" b="1"/>
            </a:lvl3pPr>
            <a:lvl4pPr marL="1828800" lvl="3" indent="-228600" algn="l">
              <a:lnSpc>
                <a:spcPct val="90000"/>
              </a:lnSpc>
              <a:spcBef>
                <a:spcPts val="500"/>
              </a:spcBef>
              <a:spcAft>
                <a:spcPts val="0"/>
              </a:spcAft>
              <a:buClr>
                <a:srgbClr val="FF9900"/>
              </a:buClr>
              <a:buSzPts val="1600"/>
              <a:buNone/>
              <a:defRPr sz="1600" b="1"/>
            </a:lvl4pPr>
            <a:lvl5pPr marL="2286000" lvl="4" indent="-228600" algn="l">
              <a:lnSpc>
                <a:spcPct val="90000"/>
              </a:lnSpc>
              <a:spcBef>
                <a:spcPts val="500"/>
              </a:spcBef>
              <a:spcAft>
                <a:spcPts val="0"/>
              </a:spcAft>
              <a:buClr>
                <a:srgbClr val="FF9900"/>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5" name="Google Shape;45;p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FF9900"/>
              </a:buClr>
              <a:buSzPts val="1800"/>
              <a:buChar char="•"/>
              <a:defRPr/>
            </a:lvl1pPr>
            <a:lvl2pPr marL="914400" lvl="1" indent="-342900" algn="l">
              <a:lnSpc>
                <a:spcPct val="90000"/>
              </a:lnSpc>
              <a:spcBef>
                <a:spcPts val="500"/>
              </a:spcBef>
              <a:spcAft>
                <a:spcPts val="0"/>
              </a:spcAft>
              <a:buClr>
                <a:srgbClr val="FF9900"/>
              </a:buClr>
              <a:buSzPts val="1800"/>
              <a:buChar char="•"/>
              <a:defRPr/>
            </a:lvl2pPr>
            <a:lvl3pPr marL="1371600" lvl="2" indent="-342900" algn="l">
              <a:lnSpc>
                <a:spcPct val="90000"/>
              </a:lnSpc>
              <a:spcBef>
                <a:spcPts val="500"/>
              </a:spcBef>
              <a:spcAft>
                <a:spcPts val="0"/>
              </a:spcAft>
              <a:buClr>
                <a:srgbClr val="FF9900"/>
              </a:buClr>
              <a:buSzPts val="1800"/>
              <a:buChar char="•"/>
              <a:defRPr/>
            </a:lvl3pPr>
            <a:lvl4pPr marL="1828800" lvl="3" indent="-342900" algn="l">
              <a:lnSpc>
                <a:spcPct val="90000"/>
              </a:lnSpc>
              <a:spcBef>
                <a:spcPts val="500"/>
              </a:spcBef>
              <a:spcAft>
                <a:spcPts val="0"/>
              </a:spcAft>
              <a:buClr>
                <a:srgbClr val="FF9900"/>
              </a:buClr>
              <a:buSzPts val="1800"/>
              <a:buChar char="•"/>
              <a:defRPr/>
            </a:lvl4pPr>
            <a:lvl5pPr marL="2286000" lvl="4" indent="-342900" algn="l">
              <a:lnSpc>
                <a:spcPct val="90000"/>
              </a:lnSpc>
              <a:spcBef>
                <a:spcPts val="500"/>
              </a:spcBef>
              <a:spcAft>
                <a:spcPts val="0"/>
              </a:spcAft>
              <a:buClr>
                <a:srgbClr val="FF9900"/>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6" name="Google Shape;46;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bg>
      <p:bgPr>
        <a:solidFill>
          <a:schemeClr val="dk1"/>
        </a:solidFill>
        <a:effectLst/>
      </p:bgPr>
    </p:bg>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FF990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dk1"/>
        </a:solidFill>
        <a:effectLst/>
      </p:bgPr>
    </p:bg>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bg>
      <p:bgPr>
        <a:solidFill>
          <a:schemeClr val="dk1"/>
        </a:solidFill>
        <a:effectLst/>
      </p:bgPr>
    </p:bg>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FF9900"/>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rgbClr val="FF9900"/>
              </a:buClr>
              <a:buSzPts val="3200"/>
              <a:buChar char="•"/>
              <a:defRPr sz="3200"/>
            </a:lvl1pPr>
            <a:lvl2pPr marL="914400" lvl="1" indent="-406400" algn="l">
              <a:lnSpc>
                <a:spcPct val="90000"/>
              </a:lnSpc>
              <a:spcBef>
                <a:spcPts val="500"/>
              </a:spcBef>
              <a:spcAft>
                <a:spcPts val="0"/>
              </a:spcAft>
              <a:buClr>
                <a:srgbClr val="FF9900"/>
              </a:buClr>
              <a:buSzPts val="2800"/>
              <a:buChar char="•"/>
              <a:defRPr sz="2800"/>
            </a:lvl2pPr>
            <a:lvl3pPr marL="1371600" lvl="2" indent="-381000" algn="l">
              <a:lnSpc>
                <a:spcPct val="90000"/>
              </a:lnSpc>
              <a:spcBef>
                <a:spcPts val="500"/>
              </a:spcBef>
              <a:spcAft>
                <a:spcPts val="0"/>
              </a:spcAft>
              <a:buClr>
                <a:srgbClr val="FF9900"/>
              </a:buClr>
              <a:buSzPts val="2400"/>
              <a:buChar char="•"/>
              <a:defRPr sz="2400"/>
            </a:lvl3pPr>
            <a:lvl4pPr marL="1828800" lvl="3" indent="-355600" algn="l">
              <a:lnSpc>
                <a:spcPct val="90000"/>
              </a:lnSpc>
              <a:spcBef>
                <a:spcPts val="500"/>
              </a:spcBef>
              <a:spcAft>
                <a:spcPts val="0"/>
              </a:spcAft>
              <a:buClr>
                <a:srgbClr val="FF9900"/>
              </a:buClr>
              <a:buSzPts val="2000"/>
              <a:buChar char="•"/>
              <a:defRPr sz="2000"/>
            </a:lvl4pPr>
            <a:lvl5pPr marL="2286000" lvl="4" indent="-355600" algn="l">
              <a:lnSpc>
                <a:spcPct val="90000"/>
              </a:lnSpc>
              <a:spcBef>
                <a:spcPts val="500"/>
              </a:spcBef>
              <a:spcAft>
                <a:spcPts val="0"/>
              </a:spcAft>
              <a:buClr>
                <a:srgbClr val="FF9900"/>
              </a:buClr>
              <a:buSzPts val="2000"/>
              <a:buChar char="•"/>
              <a:defRPr sz="2000"/>
            </a:lvl5pPr>
            <a:lvl6pPr marL="2743200" lvl="5" indent="-355600" algn="l">
              <a:lnSpc>
                <a:spcPct val="90000"/>
              </a:lnSpc>
              <a:spcBef>
                <a:spcPts val="500"/>
              </a:spcBef>
              <a:spcAft>
                <a:spcPts val="0"/>
              </a:spcAft>
              <a:buClr>
                <a:schemeClr val="lt1"/>
              </a:buClr>
              <a:buSzPts val="2000"/>
              <a:buChar char="•"/>
              <a:defRPr sz="2000"/>
            </a:lvl6pPr>
            <a:lvl7pPr marL="3200400" lvl="6" indent="-355600" algn="l">
              <a:lnSpc>
                <a:spcPct val="90000"/>
              </a:lnSpc>
              <a:spcBef>
                <a:spcPts val="500"/>
              </a:spcBef>
              <a:spcAft>
                <a:spcPts val="0"/>
              </a:spcAft>
              <a:buClr>
                <a:schemeClr val="lt1"/>
              </a:buClr>
              <a:buSzPts val="2000"/>
              <a:buChar char="•"/>
              <a:defRPr sz="2000"/>
            </a:lvl7pPr>
            <a:lvl8pPr marL="3657600" lvl="7" indent="-355600" algn="l">
              <a:lnSpc>
                <a:spcPct val="90000"/>
              </a:lnSpc>
              <a:spcBef>
                <a:spcPts val="500"/>
              </a:spcBef>
              <a:spcAft>
                <a:spcPts val="0"/>
              </a:spcAft>
              <a:buClr>
                <a:schemeClr val="lt1"/>
              </a:buClr>
              <a:buSzPts val="2000"/>
              <a:buChar char="•"/>
              <a:defRPr sz="2000"/>
            </a:lvl8pPr>
            <a:lvl9pPr marL="4114800" lvl="8" indent="-355600" algn="l">
              <a:lnSpc>
                <a:spcPct val="90000"/>
              </a:lnSpc>
              <a:spcBef>
                <a:spcPts val="500"/>
              </a:spcBef>
              <a:spcAft>
                <a:spcPts val="0"/>
              </a:spcAft>
              <a:buClr>
                <a:schemeClr val="lt1"/>
              </a:buClr>
              <a:buSzPts val="2000"/>
              <a:buChar char="•"/>
              <a:defRPr sz="2000"/>
            </a:lvl9pPr>
          </a:lstStyle>
          <a:p>
            <a:endParaRPr/>
          </a:p>
        </p:txBody>
      </p:sp>
      <p:sp>
        <p:nvSpPr>
          <p:cNvPr id="61" name="Google Shape;61;p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FF9900"/>
              </a:buClr>
              <a:buSzPts val="1600"/>
              <a:buNone/>
              <a:defRPr sz="1600"/>
            </a:lvl1pPr>
            <a:lvl2pPr marL="914400" lvl="1" indent="-228600" algn="l">
              <a:lnSpc>
                <a:spcPct val="90000"/>
              </a:lnSpc>
              <a:spcBef>
                <a:spcPts val="500"/>
              </a:spcBef>
              <a:spcAft>
                <a:spcPts val="0"/>
              </a:spcAft>
              <a:buClr>
                <a:srgbClr val="FF9900"/>
              </a:buClr>
              <a:buSzPts val="1400"/>
              <a:buNone/>
              <a:defRPr sz="1400"/>
            </a:lvl2pPr>
            <a:lvl3pPr marL="1371600" lvl="2" indent="-228600" algn="l">
              <a:lnSpc>
                <a:spcPct val="90000"/>
              </a:lnSpc>
              <a:spcBef>
                <a:spcPts val="500"/>
              </a:spcBef>
              <a:spcAft>
                <a:spcPts val="0"/>
              </a:spcAft>
              <a:buClr>
                <a:srgbClr val="FF9900"/>
              </a:buClr>
              <a:buSzPts val="1200"/>
              <a:buNone/>
              <a:defRPr sz="1200"/>
            </a:lvl3pPr>
            <a:lvl4pPr marL="1828800" lvl="3" indent="-228600" algn="l">
              <a:lnSpc>
                <a:spcPct val="90000"/>
              </a:lnSpc>
              <a:spcBef>
                <a:spcPts val="500"/>
              </a:spcBef>
              <a:spcAft>
                <a:spcPts val="0"/>
              </a:spcAft>
              <a:buClr>
                <a:srgbClr val="FF9900"/>
              </a:buClr>
              <a:buSzPts val="1000"/>
              <a:buNone/>
              <a:defRPr sz="1000"/>
            </a:lvl4pPr>
            <a:lvl5pPr marL="2286000" lvl="4" indent="-228600" algn="l">
              <a:lnSpc>
                <a:spcPct val="90000"/>
              </a:lnSpc>
              <a:spcBef>
                <a:spcPts val="500"/>
              </a:spcBef>
              <a:spcAft>
                <a:spcPts val="0"/>
              </a:spcAft>
              <a:buClr>
                <a:srgbClr val="FF9900"/>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2" name="Google Shape;6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bg>
      <p:bgPr>
        <a:solidFill>
          <a:schemeClr val="dk1"/>
        </a:solidFill>
        <a:effectLst/>
      </p:bgPr>
    </p:bg>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FF9900"/>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0"/>
          <p:cNvSpPr>
            <a:spLocks noGrp="1"/>
          </p:cNvSpPr>
          <p:nvPr>
            <p:ph type="pic" idx="2"/>
          </p:nvPr>
        </p:nvSpPr>
        <p:spPr>
          <a:xfrm>
            <a:off x="5183188" y="987425"/>
            <a:ext cx="6172200" cy="4873625"/>
          </a:xfrm>
          <a:prstGeom prst="rect">
            <a:avLst/>
          </a:prstGeom>
          <a:noFill/>
          <a:ln>
            <a:noFill/>
          </a:ln>
        </p:spPr>
      </p:sp>
      <p:sp>
        <p:nvSpPr>
          <p:cNvPr id="68" name="Google Shape;68;p1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FF9900"/>
              </a:buClr>
              <a:buSzPts val="1600"/>
              <a:buNone/>
              <a:defRPr sz="1600"/>
            </a:lvl1pPr>
            <a:lvl2pPr marL="914400" lvl="1" indent="-228600" algn="l">
              <a:lnSpc>
                <a:spcPct val="90000"/>
              </a:lnSpc>
              <a:spcBef>
                <a:spcPts val="500"/>
              </a:spcBef>
              <a:spcAft>
                <a:spcPts val="0"/>
              </a:spcAft>
              <a:buClr>
                <a:srgbClr val="FF9900"/>
              </a:buClr>
              <a:buSzPts val="1400"/>
              <a:buNone/>
              <a:defRPr sz="1400"/>
            </a:lvl2pPr>
            <a:lvl3pPr marL="1371600" lvl="2" indent="-228600" algn="l">
              <a:lnSpc>
                <a:spcPct val="90000"/>
              </a:lnSpc>
              <a:spcBef>
                <a:spcPts val="500"/>
              </a:spcBef>
              <a:spcAft>
                <a:spcPts val="0"/>
              </a:spcAft>
              <a:buClr>
                <a:srgbClr val="FF9900"/>
              </a:buClr>
              <a:buSzPts val="1200"/>
              <a:buNone/>
              <a:defRPr sz="1200"/>
            </a:lvl3pPr>
            <a:lvl4pPr marL="1828800" lvl="3" indent="-228600" algn="l">
              <a:lnSpc>
                <a:spcPct val="90000"/>
              </a:lnSpc>
              <a:spcBef>
                <a:spcPts val="500"/>
              </a:spcBef>
              <a:spcAft>
                <a:spcPts val="0"/>
              </a:spcAft>
              <a:buClr>
                <a:srgbClr val="FF9900"/>
              </a:buClr>
              <a:buSzPts val="1000"/>
              <a:buNone/>
              <a:defRPr sz="1000"/>
            </a:lvl4pPr>
            <a:lvl5pPr marL="2286000" lvl="4" indent="-228600" algn="l">
              <a:lnSpc>
                <a:spcPct val="90000"/>
              </a:lnSpc>
              <a:spcBef>
                <a:spcPts val="500"/>
              </a:spcBef>
              <a:spcAft>
                <a:spcPts val="0"/>
              </a:spcAft>
              <a:buClr>
                <a:srgbClr val="FF9900"/>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9" name="Google Shape;6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bg>
      <p:bgPr>
        <a:solidFill>
          <a:schemeClr val="dk1"/>
        </a:solidFill>
        <a:effectLst/>
      </p:bgPr>
    </p:bg>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FF990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FF9900"/>
              </a:buClr>
              <a:buSzPts val="1800"/>
              <a:buChar char="•"/>
              <a:defRPr/>
            </a:lvl1pPr>
            <a:lvl2pPr marL="914400" lvl="1" indent="-342900" algn="l">
              <a:lnSpc>
                <a:spcPct val="90000"/>
              </a:lnSpc>
              <a:spcBef>
                <a:spcPts val="500"/>
              </a:spcBef>
              <a:spcAft>
                <a:spcPts val="0"/>
              </a:spcAft>
              <a:buClr>
                <a:srgbClr val="FF9900"/>
              </a:buClr>
              <a:buSzPts val="1800"/>
              <a:buChar char="•"/>
              <a:defRPr/>
            </a:lvl2pPr>
            <a:lvl3pPr marL="1371600" lvl="2" indent="-342900" algn="l">
              <a:lnSpc>
                <a:spcPct val="90000"/>
              </a:lnSpc>
              <a:spcBef>
                <a:spcPts val="500"/>
              </a:spcBef>
              <a:spcAft>
                <a:spcPts val="0"/>
              </a:spcAft>
              <a:buClr>
                <a:srgbClr val="FF9900"/>
              </a:buClr>
              <a:buSzPts val="1800"/>
              <a:buChar char="•"/>
              <a:defRPr/>
            </a:lvl3pPr>
            <a:lvl4pPr marL="1828800" lvl="3" indent="-342900" algn="l">
              <a:lnSpc>
                <a:spcPct val="90000"/>
              </a:lnSpc>
              <a:spcBef>
                <a:spcPts val="500"/>
              </a:spcBef>
              <a:spcAft>
                <a:spcPts val="0"/>
              </a:spcAft>
              <a:buClr>
                <a:srgbClr val="FF9900"/>
              </a:buClr>
              <a:buSzPts val="1800"/>
              <a:buChar char="•"/>
              <a:defRPr/>
            </a:lvl4pPr>
            <a:lvl5pPr marL="2286000" lvl="4" indent="-342900" algn="l">
              <a:lnSpc>
                <a:spcPct val="90000"/>
              </a:lnSpc>
              <a:spcBef>
                <a:spcPts val="500"/>
              </a:spcBef>
              <a:spcAft>
                <a:spcPts val="0"/>
              </a:spcAft>
              <a:buClr>
                <a:srgbClr val="FF9900"/>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75" name="Google Shape;75;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bg>
      <p:bgPr>
        <a:solidFill>
          <a:schemeClr val="dk1"/>
        </a:solidFill>
        <a:effectLst/>
      </p:bgPr>
    </p:bg>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FF990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FF9900"/>
              </a:buClr>
              <a:buSzPts val="1800"/>
              <a:buChar char="•"/>
              <a:defRPr/>
            </a:lvl1pPr>
            <a:lvl2pPr marL="914400" lvl="1" indent="-342900" algn="l">
              <a:lnSpc>
                <a:spcPct val="90000"/>
              </a:lnSpc>
              <a:spcBef>
                <a:spcPts val="500"/>
              </a:spcBef>
              <a:spcAft>
                <a:spcPts val="0"/>
              </a:spcAft>
              <a:buClr>
                <a:srgbClr val="FF9900"/>
              </a:buClr>
              <a:buSzPts val="1800"/>
              <a:buChar char="•"/>
              <a:defRPr/>
            </a:lvl2pPr>
            <a:lvl3pPr marL="1371600" lvl="2" indent="-342900" algn="l">
              <a:lnSpc>
                <a:spcPct val="90000"/>
              </a:lnSpc>
              <a:spcBef>
                <a:spcPts val="500"/>
              </a:spcBef>
              <a:spcAft>
                <a:spcPts val="0"/>
              </a:spcAft>
              <a:buClr>
                <a:srgbClr val="FF9900"/>
              </a:buClr>
              <a:buSzPts val="1800"/>
              <a:buChar char="•"/>
              <a:defRPr/>
            </a:lvl3pPr>
            <a:lvl4pPr marL="1828800" lvl="3" indent="-342900" algn="l">
              <a:lnSpc>
                <a:spcPct val="90000"/>
              </a:lnSpc>
              <a:spcBef>
                <a:spcPts val="500"/>
              </a:spcBef>
              <a:spcAft>
                <a:spcPts val="0"/>
              </a:spcAft>
              <a:buClr>
                <a:srgbClr val="FF9900"/>
              </a:buClr>
              <a:buSzPts val="1800"/>
              <a:buChar char="•"/>
              <a:defRPr/>
            </a:lvl4pPr>
            <a:lvl5pPr marL="2286000" lvl="4" indent="-342900" algn="l">
              <a:lnSpc>
                <a:spcPct val="90000"/>
              </a:lnSpc>
              <a:spcBef>
                <a:spcPts val="500"/>
              </a:spcBef>
              <a:spcAft>
                <a:spcPts val="0"/>
              </a:spcAft>
              <a:buClr>
                <a:srgbClr val="FF9900"/>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81" name="Google Shape;8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FF9900"/>
              </a:buClr>
              <a:buSzPts val="4400"/>
              <a:buFont typeface="Calibri"/>
              <a:buNone/>
              <a:defRPr sz="4400" b="0" i="0" u="none" strike="noStrike" cap="none">
                <a:solidFill>
                  <a:srgbClr val="FF9900"/>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rgbClr val="FF9900"/>
              </a:buClr>
              <a:buSzPts val="2800"/>
              <a:buFont typeface="Arial"/>
              <a:buChar char="•"/>
              <a:defRPr sz="2800" b="0" i="0" u="none" strike="noStrike" cap="none">
                <a:solidFill>
                  <a:srgbClr val="FF9900"/>
                </a:solidFill>
                <a:latin typeface="Calibri"/>
                <a:ea typeface="Calibri"/>
                <a:cs typeface="Calibri"/>
                <a:sym typeface="Calibri"/>
              </a:defRPr>
            </a:lvl1pPr>
            <a:lvl2pPr marL="914400" marR="0" lvl="1" indent="-381000" algn="l" rtl="0">
              <a:lnSpc>
                <a:spcPct val="90000"/>
              </a:lnSpc>
              <a:spcBef>
                <a:spcPts val="500"/>
              </a:spcBef>
              <a:spcAft>
                <a:spcPts val="0"/>
              </a:spcAft>
              <a:buClr>
                <a:srgbClr val="FF9900"/>
              </a:buClr>
              <a:buSzPts val="2400"/>
              <a:buFont typeface="Arial"/>
              <a:buChar char="•"/>
              <a:defRPr sz="2400" b="0" i="0" u="none" strike="noStrike" cap="none">
                <a:solidFill>
                  <a:srgbClr val="FF9900"/>
                </a:solidFill>
                <a:latin typeface="Calibri"/>
                <a:ea typeface="Calibri"/>
                <a:cs typeface="Calibri"/>
                <a:sym typeface="Calibri"/>
              </a:defRPr>
            </a:lvl2pPr>
            <a:lvl3pPr marL="1371600" marR="0" lvl="2" indent="-355600" algn="l" rtl="0">
              <a:lnSpc>
                <a:spcPct val="90000"/>
              </a:lnSpc>
              <a:spcBef>
                <a:spcPts val="500"/>
              </a:spcBef>
              <a:spcAft>
                <a:spcPts val="0"/>
              </a:spcAft>
              <a:buClr>
                <a:srgbClr val="FF9900"/>
              </a:buClr>
              <a:buSzPts val="2000"/>
              <a:buFont typeface="Arial"/>
              <a:buChar char="•"/>
              <a:defRPr sz="2000" b="0" i="0" u="none" strike="noStrike" cap="none">
                <a:solidFill>
                  <a:srgbClr val="FF9900"/>
                </a:solidFill>
                <a:latin typeface="Calibri"/>
                <a:ea typeface="Calibri"/>
                <a:cs typeface="Calibri"/>
                <a:sym typeface="Calibri"/>
              </a:defRPr>
            </a:lvl3pPr>
            <a:lvl4pPr marL="1828800" marR="0" lvl="3" indent="-342900" algn="l" rtl="0">
              <a:lnSpc>
                <a:spcPct val="90000"/>
              </a:lnSpc>
              <a:spcBef>
                <a:spcPts val="500"/>
              </a:spcBef>
              <a:spcAft>
                <a:spcPts val="0"/>
              </a:spcAft>
              <a:buClr>
                <a:srgbClr val="FF9900"/>
              </a:buClr>
              <a:buSzPts val="1800"/>
              <a:buFont typeface="Arial"/>
              <a:buChar char="•"/>
              <a:defRPr sz="1800" b="0" i="0" u="none" strike="noStrike" cap="none">
                <a:solidFill>
                  <a:srgbClr val="FF9900"/>
                </a:solidFill>
                <a:latin typeface="Calibri"/>
                <a:ea typeface="Calibri"/>
                <a:cs typeface="Calibri"/>
                <a:sym typeface="Calibri"/>
              </a:defRPr>
            </a:lvl4pPr>
            <a:lvl5pPr marL="2286000" marR="0" lvl="4" indent="-342900" algn="l" rtl="0">
              <a:lnSpc>
                <a:spcPct val="90000"/>
              </a:lnSpc>
              <a:spcBef>
                <a:spcPts val="500"/>
              </a:spcBef>
              <a:spcAft>
                <a:spcPts val="0"/>
              </a:spcAft>
              <a:buClr>
                <a:srgbClr val="FF9900"/>
              </a:buClr>
              <a:buSzPts val="1800"/>
              <a:buFont typeface="Arial"/>
              <a:buChar char="•"/>
              <a:defRPr sz="1800" b="0" i="0" u="none" strike="noStrike" cap="none">
                <a:solidFill>
                  <a:srgbClr val="FF9900"/>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chemeClr val="lt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chemeClr val="lt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chemeClr val="lt1"/>
                </a:solidFill>
                <a:latin typeface="Calibri"/>
                <a:ea typeface="Calibri"/>
                <a:cs typeface="Calibri"/>
                <a:sym typeface="Calibri"/>
              </a:defRPr>
            </a:lvl1pPr>
            <a:lvl2pPr marL="0" marR="0" lvl="1" indent="0" algn="r" rtl="0">
              <a:spcBef>
                <a:spcPts val="0"/>
              </a:spcBef>
              <a:buNone/>
              <a:defRPr sz="1200" b="0" i="0" u="none" strike="noStrike" cap="none">
                <a:solidFill>
                  <a:schemeClr val="lt1"/>
                </a:solidFill>
                <a:latin typeface="Calibri"/>
                <a:ea typeface="Calibri"/>
                <a:cs typeface="Calibri"/>
                <a:sym typeface="Calibri"/>
              </a:defRPr>
            </a:lvl2pPr>
            <a:lvl3pPr marL="0" marR="0" lvl="2" indent="0" algn="r" rtl="0">
              <a:spcBef>
                <a:spcPts val="0"/>
              </a:spcBef>
              <a:buNone/>
              <a:defRPr sz="1200" b="0" i="0" u="none" strike="noStrike" cap="none">
                <a:solidFill>
                  <a:schemeClr val="lt1"/>
                </a:solidFill>
                <a:latin typeface="Calibri"/>
                <a:ea typeface="Calibri"/>
                <a:cs typeface="Calibri"/>
                <a:sym typeface="Calibri"/>
              </a:defRPr>
            </a:lvl3pPr>
            <a:lvl4pPr marL="0" marR="0" lvl="3" indent="0" algn="r" rtl="0">
              <a:spcBef>
                <a:spcPts val="0"/>
              </a:spcBef>
              <a:buNone/>
              <a:defRPr sz="1200" b="0" i="0" u="none" strike="noStrike" cap="none">
                <a:solidFill>
                  <a:schemeClr val="lt1"/>
                </a:solidFill>
                <a:latin typeface="Calibri"/>
                <a:ea typeface="Calibri"/>
                <a:cs typeface="Calibri"/>
                <a:sym typeface="Calibri"/>
              </a:defRPr>
            </a:lvl4pPr>
            <a:lvl5pPr marL="0" marR="0" lvl="4" indent="0" algn="r" rtl="0">
              <a:spcBef>
                <a:spcPts val="0"/>
              </a:spcBef>
              <a:buNone/>
              <a:defRPr sz="1200" b="0" i="0" u="none" strike="noStrike" cap="none">
                <a:solidFill>
                  <a:schemeClr val="lt1"/>
                </a:solidFill>
                <a:latin typeface="Calibri"/>
                <a:ea typeface="Calibri"/>
                <a:cs typeface="Calibri"/>
                <a:sym typeface="Calibri"/>
              </a:defRPr>
            </a:lvl5pPr>
            <a:lvl6pPr marL="0" marR="0" lvl="5" indent="0" algn="r" rtl="0">
              <a:spcBef>
                <a:spcPts val="0"/>
              </a:spcBef>
              <a:buNone/>
              <a:defRPr sz="1200" b="0" i="0" u="none" strike="noStrike" cap="none">
                <a:solidFill>
                  <a:schemeClr val="lt1"/>
                </a:solidFill>
                <a:latin typeface="Calibri"/>
                <a:ea typeface="Calibri"/>
                <a:cs typeface="Calibri"/>
                <a:sym typeface="Calibri"/>
              </a:defRPr>
            </a:lvl6pPr>
            <a:lvl7pPr marL="0" marR="0" lvl="6" indent="0" algn="r" rtl="0">
              <a:spcBef>
                <a:spcPts val="0"/>
              </a:spcBef>
              <a:buNone/>
              <a:defRPr sz="1200" b="0" i="0" u="none" strike="noStrike" cap="none">
                <a:solidFill>
                  <a:schemeClr val="lt1"/>
                </a:solidFill>
                <a:latin typeface="Calibri"/>
                <a:ea typeface="Calibri"/>
                <a:cs typeface="Calibri"/>
                <a:sym typeface="Calibri"/>
              </a:defRPr>
            </a:lvl7pPr>
            <a:lvl8pPr marL="0" marR="0" lvl="7" indent="0" algn="r" rtl="0">
              <a:spcBef>
                <a:spcPts val="0"/>
              </a:spcBef>
              <a:buNone/>
              <a:defRPr sz="1200" b="0" i="0" u="none" strike="noStrike" cap="none">
                <a:solidFill>
                  <a:schemeClr val="lt1"/>
                </a:solidFill>
                <a:latin typeface="Calibri"/>
                <a:ea typeface="Calibri"/>
                <a:cs typeface="Calibri"/>
                <a:sym typeface="Calibri"/>
              </a:defRPr>
            </a:lvl8pPr>
            <a:lvl9pPr marL="0" marR="0" lvl="8" indent="0" algn="r" rtl="0">
              <a:spcBef>
                <a:spcPts val="0"/>
              </a:spcBef>
              <a:buNone/>
              <a:defRPr sz="1200" b="0" i="0" u="none" strike="noStrike" cap="none">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bitcoinmagazine.com/news/npm-attack-javascript-library-compromise-goes-after-bitcoin-wallets"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hyperlink" Target="https://www.therage.co/us-government-to-bring-patriot-act-to-digital-assets/"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bitcoinmagazine.com/takes/nepalese-protestors-should-permanently-embrace-bitchat-as-well-as-bitcoin-and-other-freedom-tech"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hyperlink" Target="http://www.youtube.com/watch?v=d83ILSQBohU"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jp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hyperlink" Target="http://www.youtube.com/watch?v=-7Pi4raSsNw"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1.jp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hyperlink" Target="https://hivetalk.org/join/WM_Bitcoin_Book_Club"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hyperlink" Target="https://www.amazon.com/Fourth-Turning-American-Prophecy-Rendezvous/dp/0767900464"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blog.lopp.net/jack-dorsey-is-not-satoshi-nakamoto/"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hyperlink" Target="https://blog.lopp.net/hal-finney-was-not-satoshi-nakamoto/"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9" name="Google Shape;89;p13"/>
          <p:cNvSpPr txBox="1"/>
          <p:nvPr/>
        </p:nvSpPr>
        <p:spPr>
          <a:xfrm>
            <a:off x="1523999" y="4997920"/>
            <a:ext cx="9144000" cy="3255900"/>
          </a:xfrm>
          <a:prstGeom prst="rect">
            <a:avLst/>
          </a:prstGeom>
          <a:noFill/>
          <a:ln>
            <a:noFill/>
          </a:ln>
        </p:spPr>
        <p:txBody>
          <a:bodyPr spcFirstLastPara="1" wrap="square" lIns="91425" tIns="45700" rIns="91425" bIns="45700" anchor="t" anchorCtr="0">
            <a:normAutofit/>
          </a:bodyPr>
          <a:lstStyle/>
          <a:p>
            <a:pPr marL="0" lvl="0" indent="0" algn="ctr" rtl="0">
              <a:lnSpc>
                <a:spcPct val="100000"/>
              </a:lnSpc>
              <a:spcBef>
                <a:spcPts val="0"/>
              </a:spcBef>
              <a:spcAft>
                <a:spcPts val="0"/>
              </a:spcAft>
              <a:buNone/>
            </a:pPr>
            <a:endParaRPr dirty="0">
              <a:solidFill>
                <a:srgbClr val="FF9900"/>
              </a:solidFill>
              <a:latin typeface="Calibri"/>
              <a:ea typeface="Calibri"/>
              <a:cs typeface="Calibri"/>
              <a:sym typeface="Calibri"/>
            </a:endParaRPr>
          </a:p>
          <a:p>
            <a:pPr marL="0" lvl="0" indent="0" algn="ctr" rtl="0">
              <a:lnSpc>
                <a:spcPct val="100000"/>
              </a:lnSpc>
              <a:spcBef>
                <a:spcPts val="1000"/>
              </a:spcBef>
              <a:spcAft>
                <a:spcPts val="0"/>
              </a:spcAft>
              <a:buNone/>
            </a:pPr>
            <a:endParaRPr dirty="0">
              <a:solidFill>
                <a:srgbClr val="FF9900"/>
              </a:solidFill>
              <a:latin typeface="Calibri"/>
              <a:ea typeface="Calibri"/>
              <a:cs typeface="Calibri"/>
              <a:sym typeface="Calibri"/>
            </a:endParaRPr>
          </a:p>
          <a:p>
            <a:pPr marL="0" lvl="0" indent="0" algn="ctr" rtl="0">
              <a:lnSpc>
                <a:spcPct val="200000"/>
              </a:lnSpc>
              <a:spcBef>
                <a:spcPts val="1000"/>
              </a:spcBef>
              <a:spcAft>
                <a:spcPts val="0"/>
              </a:spcAft>
              <a:buNone/>
            </a:pPr>
            <a:r>
              <a:rPr lang="en-US" sz="2400" dirty="0">
                <a:solidFill>
                  <a:srgbClr val="FF9900"/>
                </a:solidFill>
                <a:latin typeface="Calibri"/>
                <a:ea typeface="Calibri"/>
                <a:cs typeface="Calibri"/>
                <a:sym typeface="Calibri"/>
              </a:rPr>
              <a:t>Jersey City Bitcoin Meetup #1</a:t>
            </a:r>
            <a:endParaRPr sz="2400" dirty="0">
              <a:solidFill>
                <a:srgbClr val="FF9900"/>
              </a:solidFill>
              <a:latin typeface="Calibri"/>
              <a:ea typeface="Calibri"/>
              <a:cs typeface="Calibri"/>
              <a:sym typeface="Calibri"/>
            </a:endParaRPr>
          </a:p>
          <a:p>
            <a:pPr marL="0" lvl="0" indent="0" algn="ctr" rtl="0">
              <a:lnSpc>
                <a:spcPct val="90000"/>
              </a:lnSpc>
              <a:spcBef>
                <a:spcPts val="1000"/>
              </a:spcBef>
              <a:spcAft>
                <a:spcPts val="0"/>
              </a:spcAft>
              <a:buNone/>
            </a:pPr>
            <a:endParaRPr sz="1800" dirty="0">
              <a:solidFill>
                <a:srgbClr val="FF9900"/>
              </a:solidFill>
              <a:latin typeface="Calibri"/>
              <a:ea typeface="Calibri"/>
              <a:cs typeface="Calibri"/>
              <a:sym typeface="Calibri"/>
            </a:endParaRPr>
          </a:p>
          <a:p>
            <a:pPr marL="0" lvl="0" indent="0" algn="ctr" rtl="0">
              <a:lnSpc>
                <a:spcPct val="90000"/>
              </a:lnSpc>
              <a:spcBef>
                <a:spcPts val="1000"/>
              </a:spcBef>
              <a:spcAft>
                <a:spcPts val="0"/>
              </a:spcAft>
              <a:buNone/>
            </a:pPr>
            <a:endParaRPr sz="4800" dirty="0">
              <a:solidFill>
                <a:srgbClr val="FF9900"/>
              </a:solidFill>
              <a:latin typeface="Calibri"/>
              <a:ea typeface="Calibri"/>
              <a:cs typeface="Calibri"/>
              <a:sym typeface="Calibri"/>
            </a:endParaRPr>
          </a:p>
          <a:p>
            <a:pPr marL="0" lvl="0" indent="0" algn="ctr" rtl="0">
              <a:lnSpc>
                <a:spcPct val="90000"/>
              </a:lnSpc>
              <a:spcBef>
                <a:spcPts val="1000"/>
              </a:spcBef>
              <a:spcAft>
                <a:spcPts val="0"/>
              </a:spcAft>
              <a:buNone/>
            </a:pPr>
            <a:endParaRPr sz="2400" dirty="0">
              <a:solidFill>
                <a:srgbClr val="FF9900"/>
              </a:solidFill>
              <a:latin typeface="Calibri"/>
              <a:ea typeface="Calibri"/>
              <a:cs typeface="Calibri"/>
              <a:sym typeface="Calibri"/>
            </a:endParaRPr>
          </a:p>
        </p:txBody>
      </p:sp>
      <p:pic>
        <p:nvPicPr>
          <p:cNvPr id="3" name="Picture 2">
            <a:extLst>
              <a:ext uri="{FF2B5EF4-FFF2-40B4-BE49-F238E27FC236}">
                <a16:creationId xmlns:a16="http://schemas.microsoft.com/office/drawing/2014/main" id="{8F3367F0-9761-5E4B-16AA-A6A720338039}"/>
              </a:ext>
            </a:extLst>
          </p:cNvPr>
          <p:cNvPicPr>
            <a:picLocks noChangeAspect="1"/>
          </p:cNvPicPr>
          <p:nvPr/>
        </p:nvPicPr>
        <p:blipFill>
          <a:blip r:embed="rId3"/>
          <a:stretch>
            <a:fillRect/>
          </a:stretch>
        </p:blipFill>
        <p:spPr>
          <a:xfrm>
            <a:off x="3250531" y="120315"/>
            <a:ext cx="5690937" cy="569093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5"/>
          <p:cNvSpPr txBox="1">
            <a:spLocks noGrp="1"/>
          </p:cNvSpPr>
          <p:nvPr>
            <p:ph type="title"/>
          </p:nvPr>
        </p:nvSpPr>
        <p:spPr>
          <a:xfrm>
            <a:off x="379550" y="57700"/>
            <a:ext cx="11322900" cy="13257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FF9900"/>
              </a:buClr>
              <a:buSzPts val="4400"/>
              <a:buFont typeface="Calibri"/>
              <a:buNone/>
            </a:pPr>
            <a:r>
              <a:rPr lang="en-US" b="1" dirty="0"/>
              <a:t>JC Bitcoin Meetup Planning</a:t>
            </a:r>
            <a:endParaRPr b="1" dirty="0"/>
          </a:p>
        </p:txBody>
      </p:sp>
      <p:sp>
        <p:nvSpPr>
          <p:cNvPr id="105" name="Google Shape;105;p15"/>
          <p:cNvSpPr txBox="1">
            <a:spLocks noGrp="1"/>
          </p:cNvSpPr>
          <p:nvPr>
            <p:ph type="body" idx="1"/>
          </p:nvPr>
        </p:nvSpPr>
        <p:spPr>
          <a:xfrm>
            <a:off x="379550" y="1383400"/>
            <a:ext cx="7170600" cy="5181600"/>
          </a:xfrm>
          <a:prstGeom prst="rect">
            <a:avLst/>
          </a:prstGeom>
          <a:noFill/>
          <a:ln>
            <a:noFill/>
          </a:ln>
        </p:spPr>
        <p:txBody>
          <a:bodyPr spcFirstLastPara="1" wrap="square" lIns="91425" tIns="45700" rIns="91425" bIns="45700" anchor="t" anchorCtr="0">
            <a:normAutofit/>
          </a:bodyPr>
          <a:lstStyle/>
          <a:p>
            <a:pPr marL="228600" lvl="0" indent="-273050" algn="l" rtl="0">
              <a:lnSpc>
                <a:spcPct val="90000"/>
              </a:lnSpc>
              <a:spcBef>
                <a:spcPts val="1000"/>
              </a:spcBef>
              <a:spcAft>
                <a:spcPts val="0"/>
              </a:spcAft>
              <a:buSzPts val="3500"/>
              <a:buChar char="•"/>
            </a:pPr>
            <a:r>
              <a:rPr lang="en-US" sz="3500" dirty="0"/>
              <a:t>Volunteers to help plan / setup?</a:t>
            </a:r>
          </a:p>
          <a:p>
            <a:pPr marL="228600" lvl="0" indent="-273050" algn="l" rtl="0">
              <a:lnSpc>
                <a:spcPct val="90000"/>
              </a:lnSpc>
              <a:spcBef>
                <a:spcPts val="1000"/>
              </a:spcBef>
              <a:spcAft>
                <a:spcPts val="0"/>
              </a:spcAft>
              <a:buSzPts val="3500"/>
              <a:buChar char="•"/>
            </a:pPr>
            <a:r>
              <a:rPr lang="en-US" sz="3500" dirty="0"/>
              <a:t>Content team</a:t>
            </a:r>
            <a:endParaRPr sz="3500" dirty="0"/>
          </a:p>
          <a:p>
            <a:pPr marL="228600" lvl="0" indent="-273050" algn="l" rtl="0">
              <a:lnSpc>
                <a:spcPct val="90000"/>
              </a:lnSpc>
              <a:spcBef>
                <a:spcPts val="1000"/>
              </a:spcBef>
              <a:spcAft>
                <a:spcPts val="0"/>
              </a:spcAft>
              <a:buSzPts val="3500"/>
              <a:buChar char="•"/>
            </a:pPr>
            <a:r>
              <a:rPr lang="en-US" sz="3500" dirty="0"/>
              <a:t>Invite your friends</a:t>
            </a:r>
          </a:p>
          <a:p>
            <a:pPr marL="228600" lvl="0" indent="-273050" algn="l" rtl="0">
              <a:lnSpc>
                <a:spcPct val="90000"/>
              </a:lnSpc>
              <a:spcBef>
                <a:spcPts val="1000"/>
              </a:spcBef>
              <a:spcAft>
                <a:spcPts val="0"/>
              </a:spcAft>
              <a:buSzPts val="3500"/>
              <a:buChar char="•"/>
            </a:pPr>
            <a:r>
              <a:rPr lang="en-US" sz="3500" dirty="0"/>
              <a:t>Donate/Subscribe</a:t>
            </a:r>
            <a:endParaRPr sz="3500" dirty="0"/>
          </a:p>
          <a:p>
            <a:pPr marL="0" lvl="0" indent="0" algn="l" rtl="0">
              <a:spcBef>
                <a:spcPts val="1000"/>
              </a:spcBef>
              <a:spcAft>
                <a:spcPts val="0"/>
              </a:spcAft>
              <a:buNone/>
            </a:pPr>
            <a:endParaRPr sz="3500" dirty="0"/>
          </a:p>
        </p:txBody>
      </p:sp>
      <p:sp>
        <p:nvSpPr>
          <p:cNvPr id="107" name="Google Shape;107;p15"/>
          <p:cNvSpPr txBox="1"/>
          <p:nvPr/>
        </p:nvSpPr>
        <p:spPr>
          <a:xfrm>
            <a:off x="379550" y="5964700"/>
            <a:ext cx="2202000" cy="600300"/>
          </a:xfrm>
          <a:prstGeom prst="rect">
            <a:avLst/>
          </a:prstGeom>
          <a:noFill/>
          <a:ln>
            <a:noFill/>
          </a:ln>
        </p:spPr>
        <p:txBody>
          <a:bodyPr spcFirstLastPara="1" wrap="square" lIns="91425" tIns="91425" rIns="91425" bIns="91425" anchor="t" anchorCtr="0">
            <a:spAutoFit/>
          </a:bodyPr>
          <a:lstStyle/>
          <a:p>
            <a:pPr marL="0" lvl="0" indent="0" algn="ctr" rtl="0">
              <a:lnSpc>
                <a:spcPct val="90000"/>
              </a:lnSpc>
              <a:spcBef>
                <a:spcPts val="1000"/>
              </a:spcBef>
              <a:spcAft>
                <a:spcPts val="0"/>
              </a:spcAft>
              <a:buNone/>
            </a:pPr>
            <a:r>
              <a:rPr lang="en-US" sz="3000">
                <a:solidFill>
                  <a:srgbClr val="FF9900"/>
                </a:solidFill>
                <a:latin typeface="Calibri"/>
                <a:ea typeface="Calibri"/>
                <a:cs typeface="Calibri"/>
                <a:sym typeface="Calibri"/>
              </a:rPr>
              <a:t>Lightning</a:t>
            </a:r>
            <a:endParaRPr/>
          </a:p>
        </p:txBody>
      </p:sp>
      <p:sp>
        <p:nvSpPr>
          <p:cNvPr id="108" name="Google Shape;108;p15"/>
          <p:cNvSpPr txBox="1"/>
          <p:nvPr/>
        </p:nvSpPr>
        <p:spPr>
          <a:xfrm>
            <a:off x="2751625" y="5983750"/>
            <a:ext cx="2202000" cy="600300"/>
          </a:xfrm>
          <a:prstGeom prst="rect">
            <a:avLst/>
          </a:prstGeom>
          <a:noFill/>
          <a:ln>
            <a:noFill/>
          </a:ln>
        </p:spPr>
        <p:txBody>
          <a:bodyPr spcFirstLastPara="1" wrap="square" lIns="91425" tIns="91425" rIns="91425" bIns="91425" anchor="t" anchorCtr="0">
            <a:spAutoFit/>
          </a:bodyPr>
          <a:lstStyle/>
          <a:p>
            <a:pPr marL="0" lvl="0" indent="0" algn="ctr" rtl="0">
              <a:lnSpc>
                <a:spcPct val="90000"/>
              </a:lnSpc>
              <a:spcBef>
                <a:spcPts val="1000"/>
              </a:spcBef>
              <a:spcAft>
                <a:spcPts val="0"/>
              </a:spcAft>
              <a:buNone/>
            </a:pPr>
            <a:r>
              <a:rPr lang="en-US" sz="3000">
                <a:solidFill>
                  <a:srgbClr val="FF9900"/>
                </a:solidFill>
                <a:latin typeface="Calibri"/>
                <a:ea typeface="Calibri"/>
                <a:cs typeface="Calibri"/>
                <a:sym typeface="Calibri"/>
              </a:rPr>
              <a:t>Venmo</a:t>
            </a:r>
            <a:endParaRPr/>
          </a:p>
        </p:txBody>
      </p:sp>
      <p:sp>
        <p:nvSpPr>
          <p:cNvPr id="109" name="Google Shape;109;p15"/>
          <p:cNvSpPr txBox="1"/>
          <p:nvPr/>
        </p:nvSpPr>
        <p:spPr>
          <a:xfrm>
            <a:off x="5123700" y="5964700"/>
            <a:ext cx="2202000" cy="600300"/>
          </a:xfrm>
          <a:prstGeom prst="rect">
            <a:avLst/>
          </a:prstGeom>
          <a:noFill/>
          <a:ln>
            <a:noFill/>
          </a:ln>
        </p:spPr>
        <p:txBody>
          <a:bodyPr spcFirstLastPara="1" wrap="square" lIns="91425" tIns="91425" rIns="91425" bIns="91425" anchor="t" anchorCtr="0">
            <a:spAutoFit/>
          </a:bodyPr>
          <a:lstStyle/>
          <a:p>
            <a:pPr marL="0" lvl="0" indent="0" algn="ctr" rtl="0">
              <a:lnSpc>
                <a:spcPct val="90000"/>
              </a:lnSpc>
              <a:spcBef>
                <a:spcPts val="1000"/>
              </a:spcBef>
              <a:spcAft>
                <a:spcPts val="0"/>
              </a:spcAft>
              <a:buNone/>
            </a:pPr>
            <a:r>
              <a:rPr lang="en-US" sz="3000">
                <a:solidFill>
                  <a:srgbClr val="FF9900"/>
                </a:solidFill>
                <a:latin typeface="Calibri"/>
                <a:ea typeface="Calibri"/>
                <a:cs typeface="Calibri"/>
                <a:sym typeface="Calibri"/>
              </a:rPr>
              <a:t>CashApp</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4DF2EB84-7E3C-1853-8B7F-303DE83640F9}"/>
            </a:ext>
          </a:extLst>
        </p:cNvPr>
        <p:cNvGrpSpPr/>
        <p:nvPr/>
      </p:nvGrpSpPr>
      <p:grpSpPr>
        <a:xfrm>
          <a:off x="0" y="0"/>
          <a:ext cx="0" cy="0"/>
          <a:chOff x="0" y="0"/>
          <a:chExt cx="0" cy="0"/>
        </a:xfrm>
      </p:grpSpPr>
      <p:sp>
        <p:nvSpPr>
          <p:cNvPr id="104" name="Google Shape;104;p15">
            <a:extLst>
              <a:ext uri="{FF2B5EF4-FFF2-40B4-BE49-F238E27FC236}">
                <a16:creationId xmlns:a16="http://schemas.microsoft.com/office/drawing/2014/main" id="{3D8650B1-8129-B558-BA2D-57385E2A570D}"/>
              </a:ext>
            </a:extLst>
          </p:cNvPr>
          <p:cNvSpPr txBox="1">
            <a:spLocks noGrp="1"/>
          </p:cNvSpPr>
          <p:nvPr>
            <p:ph type="title"/>
          </p:nvPr>
        </p:nvSpPr>
        <p:spPr>
          <a:xfrm>
            <a:off x="379550" y="57700"/>
            <a:ext cx="11322900" cy="13257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FF9900"/>
              </a:buClr>
              <a:buSzPts val="4400"/>
              <a:buFont typeface="Calibri"/>
              <a:buNone/>
            </a:pPr>
            <a:r>
              <a:rPr lang="en-US" b="1" dirty="0"/>
              <a:t>JC Bitcoin Meetup Planning</a:t>
            </a:r>
            <a:endParaRPr b="1" dirty="0"/>
          </a:p>
        </p:txBody>
      </p:sp>
      <p:sp>
        <p:nvSpPr>
          <p:cNvPr id="105" name="Google Shape;105;p15">
            <a:extLst>
              <a:ext uri="{FF2B5EF4-FFF2-40B4-BE49-F238E27FC236}">
                <a16:creationId xmlns:a16="http://schemas.microsoft.com/office/drawing/2014/main" id="{3CE0A967-7D2B-D529-53FB-2831CB3C9B77}"/>
              </a:ext>
            </a:extLst>
          </p:cNvPr>
          <p:cNvSpPr txBox="1">
            <a:spLocks noGrp="1"/>
          </p:cNvSpPr>
          <p:nvPr>
            <p:ph type="body" idx="1"/>
          </p:nvPr>
        </p:nvSpPr>
        <p:spPr>
          <a:xfrm>
            <a:off x="379550" y="1383400"/>
            <a:ext cx="7170600" cy="5181600"/>
          </a:xfrm>
          <a:prstGeom prst="rect">
            <a:avLst/>
          </a:prstGeom>
          <a:noFill/>
          <a:ln>
            <a:noFill/>
          </a:ln>
        </p:spPr>
        <p:txBody>
          <a:bodyPr spcFirstLastPara="1" wrap="square" lIns="91425" tIns="45700" rIns="91425" bIns="45700" anchor="t" anchorCtr="0">
            <a:normAutofit/>
          </a:bodyPr>
          <a:lstStyle/>
          <a:p>
            <a:pPr marL="228600" lvl="0" indent="-273050" algn="l" rtl="0">
              <a:lnSpc>
                <a:spcPct val="90000"/>
              </a:lnSpc>
              <a:spcBef>
                <a:spcPts val="1000"/>
              </a:spcBef>
              <a:spcAft>
                <a:spcPts val="0"/>
              </a:spcAft>
              <a:buSzPts val="3500"/>
              <a:buChar char="•"/>
            </a:pPr>
            <a:r>
              <a:rPr lang="en-US" sz="3500" dirty="0"/>
              <a:t>H</a:t>
            </a:r>
          </a:p>
          <a:p>
            <a:pPr marL="228600" lvl="0" indent="-273050" algn="l" rtl="0">
              <a:lnSpc>
                <a:spcPct val="90000"/>
              </a:lnSpc>
              <a:spcBef>
                <a:spcPts val="1000"/>
              </a:spcBef>
              <a:spcAft>
                <a:spcPts val="0"/>
              </a:spcAft>
              <a:buSzPts val="3500"/>
              <a:buChar char="•"/>
            </a:pPr>
            <a:r>
              <a:rPr lang="en-US" sz="3500" dirty="0"/>
              <a:t>H</a:t>
            </a:r>
          </a:p>
          <a:p>
            <a:pPr marL="228600" lvl="0" indent="-273050" algn="l" rtl="0">
              <a:lnSpc>
                <a:spcPct val="90000"/>
              </a:lnSpc>
              <a:spcBef>
                <a:spcPts val="1000"/>
              </a:spcBef>
              <a:spcAft>
                <a:spcPts val="0"/>
              </a:spcAft>
              <a:buSzPts val="3500"/>
              <a:buChar char="•"/>
            </a:pPr>
            <a:endParaRPr lang="en-US" sz="3500" dirty="0"/>
          </a:p>
          <a:p>
            <a:pPr marL="0" lvl="0" indent="0" algn="l" rtl="0">
              <a:spcBef>
                <a:spcPts val="1000"/>
              </a:spcBef>
              <a:spcAft>
                <a:spcPts val="0"/>
              </a:spcAft>
              <a:buNone/>
            </a:pPr>
            <a:endParaRPr sz="3500" dirty="0"/>
          </a:p>
        </p:txBody>
      </p:sp>
    </p:spTree>
    <p:extLst>
      <p:ext uri="{BB962C8B-B14F-4D97-AF65-F5344CB8AC3E}">
        <p14:creationId xmlns:p14="http://schemas.microsoft.com/office/powerpoint/2010/main" val="28148394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16"/>
          <p:cNvSpPr txBox="1">
            <a:spLocks noGrp="1"/>
          </p:cNvSpPr>
          <p:nvPr>
            <p:ph type="title"/>
          </p:nvPr>
        </p:nvSpPr>
        <p:spPr>
          <a:xfrm>
            <a:off x="408150" y="150450"/>
            <a:ext cx="11375700" cy="13257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FF9900"/>
              </a:buClr>
              <a:buSzPts val="4400"/>
              <a:buFont typeface="Calibri"/>
              <a:buNone/>
            </a:pPr>
            <a:r>
              <a:rPr lang="en-US" b="1" dirty="0"/>
              <a:t>Podcast Spotlight:</a:t>
            </a:r>
            <a:endParaRPr b="1" dirty="0"/>
          </a:p>
        </p:txBody>
      </p:sp>
      <p:sp>
        <p:nvSpPr>
          <p:cNvPr id="119" name="Google Shape;119;p16"/>
          <p:cNvSpPr txBox="1">
            <a:spLocks noGrp="1"/>
          </p:cNvSpPr>
          <p:nvPr>
            <p:ph type="body" idx="1"/>
          </p:nvPr>
        </p:nvSpPr>
        <p:spPr>
          <a:xfrm>
            <a:off x="201675" y="1476150"/>
            <a:ext cx="8900400" cy="5214000"/>
          </a:xfrm>
          <a:prstGeom prst="rect">
            <a:avLst/>
          </a:prstGeom>
          <a:noFill/>
          <a:ln>
            <a:noFill/>
          </a:ln>
        </p:spPr>
        <p:txBody>
          <a:bodyPr spcFirstLastPara="1" wrap="square" lIns="91425" tIns="45700" rIns="91425" bIns="45700" anchor="t" anchorCtr="0">
            <a:normAutofit/>
          </a:bodyPr>
          <a:lstStyle/>
          <a:p>
            <a:pPr marL="457200" marR="0" lvl="0" indent="-450850" algn="l" rtl="0">
              <a:lnSpc>
                <a:spcPct val="90000"/>
              </a:lnSpc>
              <a:spcBef>
                <a:spcPts val="1000"/>
              </a:spcBef>
              <a:spcAft>
                <a:spcPts val="0"/>
              </a:spcAft>
              <a:buSzPts val="3500"/>
              <a:buChar char="•"/>
            </a:pPr>
            <a:endParaRPr sz="3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18"/>
          <p:cNvSpPr txBox="1">
            <a:spLocks noGrp="1"/>
          </p:cNvSpPr>
          <p:nvPr>
            <p:ph type="title"/>
          </p:nvPr>
        </p:nvSpPr>
        <p:spPr>
          <a:xfrm>
            <a:off x="838200" y="0"/>
            <a:ext cx="10515600" cy="13257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FF9900"/>
              </a:buClr>
              <a:buSzPts val="4400"/>
              <a:buFont typeface="Calibri"/>
              <a:buNone/>
            </a:pPr>
            <a:r>
              <a:rPr lang="en-US" b="1" dirty="0"/>
              <a:t>Bitcoin History:</a:t>
            </a:r>
            <a:endParaRPr b="1" dirty="0"/>
          </a:p>
        </p:txBody>
      </p:sp>
      <p:sp>
        <p:nvSpPr>
          <p:cNvPr id="139" name="Google Shape;139;p18"/>
          <p:cNvSpPr txBox="1">
            <a:spLocks noGrp="1"/>
          </p:cNvSpPr>
          <p:nvPr>
            <p:ph type="body" idx="1"/>
          </p:nvPr>
        </p:nvSpPr>
        <p:spPr>
          <a:xfrm>
            <a:off x="201675" y="1157925"/>
            <a:ext cx="5418900" cy="5249100"/>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1000"/>
              </a:spcBef>
              <a:spcAft>
                <a:spcPts val="0"/>
              </a:spcAft>
              <a:buNone/>
            </a:pPr>
            <a:r>
              <a:rPr lang="en-US" sz="3500" dirty="0"/>
              <a:t>November</a:t>
            </a:r>
            <a:endParaRPr sz="3500" dirty="0"/>
          </a:p>
          <a:p>
            <a:pPr marL="0" marR="0" lvl="0" indent="0" algn="l" rtl="0">
              <a:lnSpc>
                <a:spcPct val="90000"/>
              </a:lnSpc>
              <a:spcBef>
                <a:spcPts val="1000"/>
              </a:spcBef>
              <a:spcAft>
                <a:spcPts val="0"/>
              </a:spcAft>
              <a:buNone/>
            </a:pPr>
            <a:endParaRPr sz="3500" dirty="0"/>
          </a:p>
          <a:p>
            <a:pPr marL="0" marR="0" lvl="0" indent="0" algn="l" rtl="0">
              <a:lnSpc>
                <a:spcPct val="90000"/>
              </a:lnSpc>
              <a:spcBef>
                <a:spcPts val="1000"/>
              </a:spcBef>
              <a:spcAft>
                <a:spcPts val="0"/>
              </a:spcAft>
              <a:buNone/>
            </a:pPr>
            <a:endParaRPr sz="3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2"/>
          <p:cNvSpPr txBox="1">
            <a:spLocks noGrp="1"/>
          </p:cNvSpPr>
          <p:nvPr>
            <p:ph type="title"/>
          </p:nvPr>
        </p:nvSpPr>
        <p:spPr>
          <a:xfrm>
            <a:off x="796250" y="0"/>
            <a:ext cx="10515600" cy="13257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FF9900"/>
              </a:buClr>
              <a:buSzPts val="4400"/>
              <a:buFont typeface="Calibri"/>
              <a:buNone/>
            </a:pPr>
            <a:r>
              <a:rPr lang="en-US" b="1"/>
              <a:t>Bitcoin News: </a:t>
            </a:r>
            <a:r>
              <a:rPr lang="en-US" b="1" u="sng">
                <a:solidFill>
                  <a:schemeClr val="hlink"/>
                </a:solidFill>
                <a:hlinkClick r:id="rId3"/>
              </a:rPr>
              <a:t>NPM Attack?</a:t>
            </a:r>
            <a:endParaRPr b="1"/>
          </a:p>
        </p:txBody>
      </p:sp>
      <p:sp>
        <p:nvSpPr>
          <p:cNvPr id="173" name="Google Shape;173;p22"/>
          <p:cNvSpPr txBox="1">
            <a:spLocks noGrp="1"/>
          </p:cNvSpPr>
          <p:nvPr>
            <p:ph type="body" idx="1"/>
          </p:nvPr>
        </p:nvSpPr>
        <p:spPr>
          <a:xfrm>
            <a:off x="201675" y="1279325"/>
            <a:ext cx="11490600" cy="5164200"/>
          </a:xfrm>
          <a:prstGeom prst="rect">
            <a:avLst/>
          </a:prstGeom>
          <a:noFill/>
          <a:ln>
            <a:noFill/>
          </a:ln>
        </p:spPr>
        <p:txBody>
          <a:bodyPr spcFirstLastPara="1" wrap="square" lIns="91425" tIns="45700" rIns="91425" bIns="45700" anchor="t" anchorCtr="0">
            <a:normAutofit/>
          </a:bodyPr>
          <a:lstStyle/>
          <a:p>
            <a:pPr marL="285750" marR="0" lvl="0" indent="-336550" algn="l" rtl="0">
              <a:lnSpc>
                <a:spcPct val="90000"/>
              </a:lnSpc>
              <a:spcBef>
                <a:spcPts val="1000"/>
              </a:spcBef>
              <a:spcAft>
                <a:spcPts val="0"/>
              </a:spcAft>
              <a:buSzPts val="3500"/>
              <a:buChar char="•"/>
            </a:pPr>
            <a:r>
              <a:rPr lang="en-US" sz="3500"/>
              <a:t>Node Package Manager (NPM) developer account was hacked via phishing</a:t>
            </a:r>
            <a:endParaRPr sz="3500"/>
          </a:p>
          <a:p>
            <a:pPr marL="285750" marR="0" lvl="0" indent="-336550" algn="l" rtl="0">
              <a:lnSpc>
                <a:spcPct val="90000"/>
              </a:lnSpc>
              <a:spcBef>
                <a:spcPts val="0"/>
              </a:spcBef>
              <a:spcAft>
                <a:spcPts val="0"/>
              </a:spcAft>
              <a:buSzPts val="3500"/>
              <a:buChar char="•"/>
            </a:pPr>
            <a:r>
              <a:rPr lang="en-US" sz="3500"/>
              <a:t>Attack focused on web wallets and was swapping receive addresses for the attacker’s wallet address</a:t>
            </a:r>
            <a:endParaRPr sz="3500"/>
          </a:p>
          <a:p>
            <a:pPr marL="285750" marR="0" lvl="0" indent="-336550" algn="l" rtl="0">
              <a:lnSpc>
                <a:spcPct val="90000"/>
              </a:lnSpc>
              <a:spcBef>
                <a:spcPts val="0"/>
              </a:spcBef>
              <a:spcAft>
                <a:spcPts val="0"/>
              </a:spcAft>
              <a:buSzPts val="3500"/>
              <a:buChar char="•"/>
            </a:pPr>
            <a:r>
              <a:rPr lang="en-US" sz="3500"/>
              <a:t>Only about $500 in crypto was stolen, and the attack was quickly contained due to implementation errors causing crashes</a:t>
            </a:r>
            <a:endParaRPr sz="3500"/>
          </a:p>
          <a:p>
            <a:pPr marL="285750" marR="0" lvl="0" indent="-336550" algn="l" rtl="0">
              <a:lnSpc>
                <a:spcPct val="90000"/>
              </a:lnSpc>
              <a:spcBef>
                <a:spcPts val="0"/>
              </a:spcBef>
              <a:spcAft>
                <a:spcPts val="0"/>
              </a:spcAft>
              <a:buSzPts val="3500"/>
              <a:buChar char="•"/>
            </a:pPr>
            <a:r>
              <a:rPr lang="en-US" sz="3500"/>
              <a:t>Massive panic triggered on social media</a:t>
            </a:r>
            <a:endParaRPr sz="3500"/>
          </a:p>
          <a:p>
            <a:pPr marL="914400" marR="0" lvl="1" indent="-450850" algn="l" rtl="0">
              <a:lnSpc>
                <a:spcPct val="90000"/>
              </a:lnSpc>
              <a:spcBef>
                <a:spcPts val="0"/>
              </a:spcBef>
              <a:spcAft>
                <a:spcPts val="0"/>
              </a:spcAft>
              <a:buSzPts val="3500"/>
              <a:buChar char="•"/>
            </a:pPr>
            <a:r>
              <a:rPr lang="en-US" sz="3500"/>
              <a:t>No popular bitcoin only wallets </a:t>
            </a:r>
            <a:br>
              <a:rPr lang="en-US" sz="3500"/>
            </a:br>
            <a:r>
              <a:rPr lang="en-US" sz="3500"/>
              <a:t>impacted</a:t>
            </a:r>
            <a:endParaRPr sz="2700"/>
          </a:p>
        </p:txBody>
      </p:sp>
      <p:pic>
        <p:nvPicPr>
          <p:cNvPr id="174" name="Google Shape;174;p22"/>
          <p:cNvPicPr preferRelativeResize="0"/>
          <p:nvPr/>
        </p:nvPicPr>
        <p:blipFill>
          <a:blip r:embed="rId4">
            <a:alphaModFix/>
          </a:blip>
          <a:stretch>
            <a:fillRect/>
          </a:stretch>
        </p:blipFill>
        <p:spPr>
          <a:xfrm>
            <a:off x="8247750" y="4388900"/>
            <a:ext cx="3787119" cy="20545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23"/>
          <p:cNvSpPr txBox="1">
            <a:spLocks noGrp="1"/>
          </p:cNvSpPr>
          <p:nvPr>
            <p:ph type="title"/>
          </p:nvPr>
        </p:nvSpPr>
        <p:spPr>
          <a:xfrm>
            <a:off x="838200" y="0"/>
            <a:ext cx="10515600" cy="13257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FF9900"/>
              </a:buClr>
              <a:buSzPts val="4400"/>
              <a:buFont typeface="Calibri"/>
              <a:buNone/>
            </a:pPr>
            <a:r>
              <a:rPr lang="en-US" b="1"/>
              <a:t>Bitcoin News: </a:t>
            </a:r>
            <a:r>
              <a:rPr lang="en-US" b="1" u="sng">
                <a:solidFill>
                  <a:schemeClr val="hlink"/>
                </a:solidFill>
                <a:hlinkClick r:id="rId3"/>
              </a:rPr>
              <a:t>Patriot Act 2.0</a:t>
            </a:r>
            <a:endParaRPr b="1"/>
          </a:p>
        </p:txBody>
      </p:sp>
      <p:sp>
        <p:nvSpPr>
          <p:cNvPr id="181" name="Google Shape;181;p23"/>
          <p:cNvSpPr txBox="1">
            <a:spLocks noGrp="1"/>
          </p:cNvSpPr>
          <p:nvPr>
            <p:ph type="body" idx="1"/>
          </p:nvPr>
        </p:nvSpPr>
        <p:spPr>
          <a:xfrm>
            <a:off x="180700" y="1090475"/>
            <a:ext cx="11563800" cy="5484300"/>
          </a:xfrm>
          <a:prstGeom prst="rect">
            <a:avLst/>
          </a:prstGeom>
          <a:noFill/>
          <a:ln>
            <a:noFill/>
          </a:ln>
        </p:spPr>
        <p:txBody>
          <a:bodyPr spcFirstLastPara="1" wrap="square" lIns="91425" tIns="45700" rIns="91425" bIns="45700" anchor="t" anchorCtr="0">
            <a:normAutofit lnSpcReduction="10000"/>
          </a:bodyPr>
          <a:lstStyle/>
          <a:p>
            <a:pPr marL="285750" marR="0" lvl="0" indent="-336550" algn="l" rtl="0">
              <a:lnSpc>
                <a:spcPct val="90000"/>
              </a:lnSpc>
              <a:spcBef>
                <a:spcPts val="1000"/>
              </a:spcBef>
              <a:spcAft>
                <a:spcPts val="0"/>
              </a:spcAft>
              <a:buSzPts val="3500"/>
              <a:buChar char="•"/>
            </a:pPr>
            <a:r>
              <a:rPr lang="en-US" sz="3500"/>
              <a:t>The PATRIOT Act allows the US Government to bypass the constitution in the face of </a:t>
            </a:r>
            <a:r>
              <a:rPr lang="en-US" sz="3500" i="1"/>
              <a:t>terrorism</a:t>
            </a:r>
            <a:r>
              <a:rPr lang="en-US" sz="3500"/>
              <a:t>, including warrantless surveillance and the suspension of due process rights</a:t>
            </a:r>
            <a:endParaRPr sz="3500"/>
          </a:p>
          <a:p>
            <a:pPr marL="914400" marR="0" lvl="1" indent="-450850" algn="l" rtl="0">
              <a:lnSpc>
                <a:spcPct val="90000"/>
              </a:lnSpc>
              <a:spcBef>
                <a:spcPts val="0"/>
              </a:spcBef>
              <a:spcAft>
                <a:spcPts val="0"/>
              </a:spcAft>
              <a:buSzPts val="3500"/>
              <a:buChar char="•"/>
            </a:pPr>
            <a:r>
              <a:rPr lang="en-US" sz="3500"/>
              <a:t>Has led to the unjust imprisonment and torture of hundreds of people around the world</a:t>
            </a:r>
            <a:endParaRPr sz="3500"/>
          </a:p>
          <a:p>
            <a:pPr marL="457200" marR="0" lvl="0" indent="-450850" algn="l" rtl="0">
              <a:lnSpc>
                <a:spcPct val="90000"/>
              </a:lnSpc>
              <a:spcBef>
                <a:spcPts val="0"/>
              </a:spcBef>
              <a:spcAft>
                <a:spcPts val="0"/>
              </a:spcAft>
              <a:buSzPts val="3500"/>
              <a:buChar char="•"/>
            </a:pPr>
            <a:r>
              <a:rPr lang="en-US" sz="3500"/>
              <a:t>FinCEN Director confirmed that the Treasury is </a:t>
            </a:r>
            <a:r>
              <a:rPr lang="en-US" sz="3500" u="sng"/>
              <a:t>working on</a:t>
            </a:r>
            <a:r>
              <a:rPr lang="en-US" sz="3500"/>
              <a:t> the “mixer rule,” which uses the PATRIOT Act to prohibit private transactions in cryptocurrency</a:t>
            </a:r>
            <a:endParaRPr sz="3500"/>
          </a:p>
          <a:p>
            <a:pPr marL="914400" marR="0" lvl="1" indent="-450850" algn="l" rtl="0">
              <a:lnSpc>
                <a:spcPct val="90000"/>
              </a:lnSpc>
              <a:spcBef>
                <a:spcPts val="0"/>
              </a:spcBef>
              <a:spcAft>
                <a:spcPts val="0"/>
              </a:spcAft>
              <a:buSzPts val="3500"/>
              <a:buChar char="•"/>
            </a:pPr>
            <a:r>
              <a:rPr lang="en-US" sz="3500"/>
              <a:t>Cryptocurrency swaps, transaction delays, "tx splitting," creation of single-use addresses, wallets, and accounts </a:t>
            </a:r>
            <a:endParaRPr sz="3500"/>
          </a:p>
          <a:p>
            <a:pPr marL="914400" marR="0" lvl="1" indent="-450850" algn="l" rtl="0">
              <a:lnSpc>
                <a:spcPct val="90000"/>
              </a:lnSpc>
              <a:spcBef>
                <a:spcPts val="0"/>
              </a:spcBef>
              <a:spcAft>
                <a:spcPts val="0"/>
              </a:spcAft>
              <a:buSzPts val="3500"/>
              <a:buChar char="•"/>
            </a:pPr>
            <a:r>
              <a:rPr lang="en-US" sz="3500"/>
              <a:t>Could put users under suspicion with the authorities, potentially ending in criminal liability</a:t>
            </a:r>
            <a:endParaRPr sz="27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24"/>
          <p:cNvSpPr txBox="1">
            <a:spLocks noGrp="1"/>
          </p:cNvSpPr>
          <p:nvPr>
            <p:ph type="title"/>
          </p:nvPr>
        </p:nvSpPr>
        <p:spPr>
          <a:xfrm>
            <a:off x="838200" y="0"/>
            <a:ext cx="10515600" cy="13257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FF9900"/>
              </a:buClr>
              <a:buSzPts val="4400"/>
              <a:buFont typeface="Calibri"/>
              <a:buNone/>
            </a:pPr>
            <a:r>
              <a:rPr lang="en-US" b="1"/>
              <a:t>Bitcoin News: </a:t>
            </a:r>
            <a:r>
              <a:rPr lang="en-US" b="1" u="sng">
                <a:solidFill>
                  <a:schemeClr val="hlink"/>
                </a:solidFill>
                <a:hlinkClick r:id="rId3"/>
              </a:rPr>
              <a:t>Bitchat Surge in Nepal</a:t>
            </a:r>
            <a:endParaRPr b="1"/>
          </a:p>
        </p:txBody>
      </p:sp>
      <p:sp>
        <p:nvSpPr>
          <p:cNvPr id="188" name="Google Shape;188;p24"/>
          <p:cNvSpPr txBox="1">
            <a:spLocks noGrp="1"/>
          </p:cNvSpPr>
          <p:nvPr>
            <p:ph type="body" idx="1"/>
          </p:nvPr>
        </p:nvSpPr>
        <p:spPr>
          <a:xfrm>
            <a:off x="201675" y="1184850"/>
            <a:ext cx="11584800" cy="1637700"/>
          </a:xfrm>
          <a:prstGeom prst="rect">
            <a:avLst/>
          </a:prstGeom>
          <a:noFill/>
          <a:ln>
            <a:noFill/>
          </a:ln>
        </p:spPr>
        <p:txBody>
          <a:bodyPr spcFirstLastPara="1" wrap="square" lIns="91425" tIns="45700" rIns="91425" bIns="45700" anchor="t" anchorCtr="0">
            <a:normAutofit lnSpcReduction="10000"/>
          </a:bodyPr>
          <a:lstStyle/>
          <a:p>
            <a:pPr marL="285750" marR="0" lvl="0" indent="-336550" algn="l" rtl="0">
              <a:lnSpc>
                <a:spcPct val="90000"/>
              </a:lnSpc>
              <a:spcBef>
                <a:spcPts val="1000"/>
              </a:spcBef>
              <a:spcAft>
                <a:spcPts val="0"/>
              </a:spcAft>
              <a:buSzPts val="3500"/>
              <a:buChar char="•"/>
            </a:pPr>
            <a:r>
              <a:rPr lang="en-US" sz="3500"/>
              <a:t>Nepal banned social media to suppress proof of government corruption including embezzlement of public funds, cronyism in contracts &amp; abuse of power for personal gain</a:t>
            </a:r>
            <a:endParaRPr sz="2700"/>
          </a:p>
        </p:txBody>
      </p:sp>
      <p:pic>
        <p:nvPicPr>
          <p:cNvPr id="189" name="Google Shape;189;p24"/>
          <p:cNvPicPr preferRelativeResize="0"/>
          <p:nvPr/>
        </p:nvPicPr>
        <p:blipFill>
          <a:blip r:embed="rId4">
            <a:alphaModFix/>
          </a:blip>
          <a:stretch>
            <a:fillRect/>
          </a:stretch>
        </p:blipFill>
        <p:spPr>
          <a:xfrm>
            <a:off x="7454847" y="2822525"/>
            <a:ext cx="4331625" cy="3737949"/>
          </a:xfrm>
          <a:prstGeom prst="rect">
            <a:avLst/>
          </a:prstGeom>
          <a:noFill/>
          <a:ln>
            <a:noFill/>
          </a:ln>
        </p:spPr>
      </p:pic>
      <p:sp>
        <p:nvSpPr>
          <p:cNvPr id="190" name="Google Shape;190;p24"/>
          <p:cNvSpPr txBox="1">
            <a:spLocks noGrp="1"/>
          </p:cNvSpPr>
          <p:nvPr>
            <p:ph type="body" idx="1"/>
          </p:nvPr>
        </p:nvSpPr>
        <p:spPr>
          <a:xfrm>
            <a:off x="201675" y="2768375"/>
            <a:ext cx="7253100" cy="3597000"/>
          </a:xfrm>
          <a:prstGeom prst="rect">
            <a:avLst/>
          </a:prstGeom>
          <a:noFill/>
          <a:ln>
            <a:noFill/>
          </a:ln>
        </p:spPr>
        <p:txBody>
          <a:bodyPr spcFirstLastPara="1" wrap="square" lIns="91425" tIns="45700" rIns="91425" bIns="45700" anchor="t" anchorCtr="0">
            <a:normAutofit/>
          </a:bodyPr>
          <a:lstStyle/>
          <a:p>
            <a:pPr marL="914400" marR="0" lvl="1" indent="-450850" algn="l" rtl="0">
              <a:lnSpc>
                <a:spcPct val="90000"/>
              </a:lnSpc>
              <a:spcBef>
                <a:spcPts val="1000"/>
              </a:spcBef>
              <a:spcAft>
                <a:spcPts val="0"/>
              </a:spcAft>
              <a:buSzPts val="3500"/>
              <a:buChar char="•"/>
            </a:pPr>
            <a:r>
              <a:rPr lang="en-US" sz="3500"/>
              <a:t>Burned the parliament building &amp; the supreme court</a:t>
            </a:r>
            <a:endParaRPr sz="3500"/>
          </a:p>
          <a:p>
            <a:pPr marL="914400" marR="0" lvl="1" indent="-450850" algn="l" rtl="0">
              <a:lnSpc>
                <a:spcPct val="90000"/>
              </a:lnSpc>
              <a:spcBef>
                <a:spcPts val="0"/>
              </a:spcBef>
              <a:spcAft>
                <a:spcPts val="0"/>
              </a:spcAft>
              <a:buSzPts val="3500"/>
              <a:buChar char="•"/>
            </a:pPr>
            <a:r>
              <a:rPr lang="en-US" sz="3500"/>
              <a:t>Ousted the PM and deposed the administration</a:t>
            </a:r>
            <a:endParaRPr sz="3500"/>
          </a:p>
          <a:p>
            <a:pPr marL="285750" marR="0" lvl="0" indent="-336550" algn="l" rtl="0">
              <a:lnSpc>
                <a:spcPct val="90000"/>
              </a:lnSpc>
              <a:spcBef>
                <a:spcPts val="0"/>
              </a:spcBef>
              <a:spcAft>
                <a:spcPts val="0"/>
              </a:spcAft>
              <a:buSzPts val="3500"/>
              <a:buChar char="•"/>
            </a:pPr>
            <a:r>
              <a:rPr lang="en-US" sz="3500"/>
              <a:t>In response to social media bans, there was a surge in downloads of bitchat</a:t>
            </a:r>
            <a:endParaRPr sz="27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25"/>
          <p:cNvSpPr txBox="1">
            <a:spLocks noGrp="1"/>
          </p:cNvSpPr>
          <p:nvPr>
            <p:ph type="title"/>
          </p:nvPr>
        </p:nvSpPr>
        <p:spPr>
          <a:xfrm>
            <a:off x="502625" y="47200"/>
            <a:ext cx="8536500" cy="17985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FF9900"/>
              </a:buClr>
              <a:buSzPts val="4400"/>
              <a:buFont typeface="Calibri"/>
              <a:buNone/>
            </a:pPr>
            <a:r>
              <a:rPr lang="en-US" b="1"/>
              <a:t>Bitcoin Future Tech: Bitchat</a:t>
            </a:r>
            <a:endParaRPr b="1"/>
          </a:p>
          <a:p>
            <a:pPr marL="0" lvl="0" indent="0" algn="ctr" rtl="0">
              <a:spcBef>
                <a:spcPts val="0"/>
              </a:spcBef>
              <a:spcAft>
                <a:spcPts val="0"/>
              </a:spcAft>
              <a:buClr>
                <a:srgbClr val="FF9900"/>
              </a:buClr>
              <a:buSzPts val="4400"/>
              <a:buFont typeface="Calibri"/>
              <a:buNone/>
            </a:pPr>
            <a:r>
              <a:rPr lang="en-US" b="1"/>
              <a:t>Freedom Tech for Offline Comms</a:t>
            </a:r>
            <a:endParaRPr b="1"/>
          </a:p>
        </p:txBody>
      </p:sp>
      <p:sp>
        <p:nvSpPr>
          <p:cNvPr id="197" name="Google Shape;197;p25"/>
          <p:cNvSpPr txBox="1">
            <a:spLocks noGrp="1"/>
          </p:cNvSpPr>
          <p:nvPr>
            <p:ph type="body" idx="1"/>
          </p:nvPr>
        </p:nvSpPr>
        <p:spPr>
          <a:xfrm>
            <a:off x="201675" y="1740725"/>
            <a:ext cx="5223300" cy="5117400"/>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1000"/>
              </a:spcBef>
              <a:spcAft>
                <a:spcPts val="0"/>
              </a:spcAft>
              <a:buNone/>
            </a:pPr>
            <a:r>
              <a:rPr lang="en-US" sz="3500" b="1"/>
              <a:t>What is it?</a:t>
            </a:r>
            <a:endParaRPr sz="3500" b="1"/>
          </a:p>
          <a:p>
            <a:pPr marL="457200" marR="0" lvl="0" indent="-438150" algn="l" rtl="0">
              <a:lnSpc>
                <a:spcPct val="90000"/>
              </a:lnSpc>
              <a:spcBef>
                <a:spcPts val="1000"/>
              </a:spcBef>
              <a:spcAft>
                <a:spcPts val="0"/>
              </a:spcAft>
              <a:buSzPts val="3300"/>
              <a:buChar char="•"/>
            </a:pPr>
            <a:r>
              <a:rPr lang="en-US" sz="3300"/>
              <a:t>P2P messaging app</a:t>
            </a:r>
            <a:endParaRPr sz="3300"/>
          </a:p>
          <a:p>
            <a:pPr marL="457200" marR="0" lvl="0" indent="-438150" algn="l" rtl="0">
              <a:lnSpc>
                <a:spcPct val="90000"/>
              </a:lnSpc>
              <a:spcBef>
                <a:spcPts val="0"/>
              </a:spcBef>
              <a:spcAft>
                <a:spcPts val="0"/>
              </a:spcAft>
              <a:buSzPts val="3300"/>
              <a:buChar char="•"/>
            </a:pPr>
            <a:r>
              <a:rPr lang="en-US" sz="3300"/>
              <a:t>Vibe coded by Jack Dorsey (iOS) &amp; Calle (Android)</a:t>
            </a:r>
            <a:endParaRPr sz="3300"/>
          </a:p>
          <a:p>
            <a:pPr marL="457200" marR="0" lvl="0" indent="-438150" algn="l" rtl="0">
              <a:lnSpc>
                <a:spcPct val="90000"/>
              </a:lnSpc>
              <a:spcBef>
                <a:spcPts val="0"/>
              </a:spcBef>
              <a:spcAft>
                <a:spcPts val="0"/>
              </a:spcAft>
              <a:buSzPts val="3300"/>
              <a:buChar char="•"/>
            </a:pPr>
            <a:r>
              <a:rPr lang="en-US" sz="3300"/>
              <a:t>Bluetooth mesh network </a:t>
            </a:r>
            <a:endParaRPr sz="3300"/>
          </a:p>
          <a:p>
            <a:pPr marL="457200" marR="0" lvl="0" indent="-438150" algn="l" rtl="0">
              <a:lnSpc>
                <a:spcPct val="90000"/>
              </a:lnSpc>
              <a:spcBef>
                <a:spcPts val="0"/>
              </a:spcBef>
              <a:spcAft>
                <a:spcPts val="0"/>
              </a:spcAft>
              <a:buSzPts val="3300"/>
              <a:buChar char="•"/>
            </a:pPr>
            <a:r>
              <a:rPr lang="en-US" sz="3300"/>
              <a:t>Encrypted messaging, no email, no phone number, no sign up</a:t>
            </a:r>
            <a:endParaRPr sz="3300"/>
          </a:p>
          <a:p>
            <a:pPr marL="457200" marR="0" lvl="0" indent="-438150" algn="l" rtl="0">
              <a:lnSpc>
                <a:spcPct val="90000"/>
              </a:lnSpc>
              <a:spcBef>
                <a:spcPts val="0"/>
              </a:spcBef>
              <a:spcAft>
                <a:spcPts val="0"/>
              </a:spcAft>
              <a:buSzPts val="3300"/>
              <a:buChar char="•"/>
            </a:pPr>
            <a:r>
              <a:rPr lang="en-US" sz="3300"/>
              <a:t>May integrate ecash in the future</a:t>
            </a:r>
            <a:endParaRPr sz="3300"/>
          </a:p>
        </p:txBody>
      </p:sp>
      <p:pic>
        <p:nvPicPr>
          <p:cNvPr id="198" name="Google Shape;198;p25" descr="Big Telco will hate this...&#10;&#10;&#10;This video explores BitChat, a radical new messaging app that lets you text completely offline—no internet, no SIM, no Big Telco involved. I’ll show you how it works, why it’s so controversial, and why even Big Tech doesn’t want you to have tools like this. From setup to real-world testing, we’re diving into the future of uncensorable, peer-to-peer communication.&#10;&#10;Subscribe! 👉 https://www.youtube.com/@DataSlayerMedia?sub_confirmation=1&#10;&#10;Watch these next:&#10;&#10;You've Never Seen Wi-Fi Go This Far&#10;https://youtu.be/3-KmnacJj88&#10;&#10;You've Never Seen Cellular Like This&#10;https://youtu.be/6QUVzvhEhu4&#10;&#10;You've Never Seen Texting Like This&#10;https://youtu.be/gtCiRuC62Ns&#10;&#10;&#10;Full Tutorial Instructions&#10;https://buildwithparallel.com/blogs/news/how-to-install-bitchat-on-ios-or-android&#10;&#10;&#10;🎥 NEW: Unlock MEMBERS-ONLY videos and behind-the-scenes drops 👉 https://bit.ly/4iyBm4I&#10;🛠️ The exact tools and gear I trust (and actually use) 👉 https://amzn.to/44fKDv4&#10;📡 Join the r/ModernRadio community for LoRa, Meshtastic, and off-grid tech builds  👉 https://reddit.com/r/ModernRadio&#10;💬 Get real-time help and connect with other builders on Discord  👉 https://discord.gg/g7h8Jc7Agt&#10;📚 Step-by-step setup guides, templates, and insider resources 👉 https://bit.ly/4ivZDID&#10;🛒 Grab custom gear and tools designed by me 👉 https://etsy.me/4isKwjb&#10;📩 For sponsorships or business inquiries, reach out: macgyvertechnology@gmail.com&#10;🧠 Need expert help fast? Book a 1:1 session and get unstuck today 👉 https://bit.ly/42I10y5" title="This Messaging App Changes Everything">
            <a:hlinkClick r:id="rId3"/>
          </p:cNvPr>
          <p:cNvPicPr preferRelativeResize="0"/>
          <p:nvPr/>
        </p:nvPicPr>
        <p:blipFill>
          <a:blip r:embed="rId4">
            <a:alphaModFix/>
          </a:blip>
          <a:stretch>
            <a:fillRect/>
          </a:stretch>
        </p:blipFill>
        <p:spPr>
          <a:xfrm>
            <a:off x="5424975" y="2669200"/>
            <a:ext cx="6644675" cy="3737625"/>
          </a:xfrm>
          <a:prstGeom prst="rect">
            <a:avLst/>
          </a:prstGeom>
          <a:noFill/>
          <a:ln>
            <a:noFill/>
          </a:ln>
        </p:spPr>
      </p:pic>
      <p:pic>
        <p:nvPicPr>
          <p:cNvPr id="199" name="Google Shape;199;p25"/>
          <p:cNvPicPr preferRelativeResize="0"/>
          <p:nvPr/>
        </p:nvPicPr>
        <p:blipFill>
          <a:blip r:embed="rId5">
            <a:alphaModFix/>
          </a:blip>
          <a:stretch>
            <a:fillRect/>
          </a:stretch>
        </p:blipFill>
        <p:spPr>
          <a:xfrm>
            <a:off x="9569050" y="162875"/>
            <a:ext cx="2286000" cy="2286000"/>
          </a:xfrm>
          <a:prstGeom prst="roundRect">
            <a:avLst>
              <a:gd name="adj" fmla="val 16667"/>
            </a:avLst>
          </a:prstGeom>
          <a:noFill/>
          <a:ln w="9525" cap="flat" cmpd="sng">
            <a:solidFill>
              <a:schemeClr val="lt1"/>
            </a:solidFill>
            <a:prstDash val="solid"/>
            <a:round/>
            <a:headEnd type="none" w="sm" len="sm"/>
            <a:tailEnd type="none" w="sm" len="sm"/>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8"/>
                                        </p:tgtEl>
                                        <p:attrNameLst>
                                          <p:attrName>style.visibility</p:attrName>
                                        </p:attrNameLst>
                                      </p:cBhvr>
                                      <p:to>
                                        <p:strVal val="visible"/>
                                      </p:to>
                                    </p:set>
                                    <p:animEffect transition="in" filter="fade">
                                      <p:cBhvr>
                                        <p:cTn id="7" dur="1000"/>
                                        <p:tgtEl>
                                          <p:spTgt spid="1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26"/>
          <p:cNvSpPr txBox="1">
            <a:spLocks noGrp="1"/>
          </p:cNvSpPr>
          <p:nvPr>
            <p:ph type="title"/>
          </p:nvPr>
        </p:nvSpPr>
        <p:spPr>
          <a:xfrm>
            <a:off x="2322900" y="153725"/>
            <a:ext cx="7546200" cy="8301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FF9900"/>
              </a:buClr>
              <a:buSzPts val="4400"/>
              <a:buFont typeface="Calibri"/>
              <a:buNone/>
            </a:pPr>
            <a:r>
              <a:rPr lang="en-US" b="1"/>
              <a:t>Bitcoin Demo: Lets BITCHAT!</a:t>
            </a:r>
            <a:endParaRPr b="1"/>
          </a:p>
        </p:txBody>
      </p:sp>
      <p:pic>
        <p:nvPicPr>
          <p:cNvPr id="206" name="Google Shape;206;p26"/>
          <p:cNvPicPr preferRelativeResize="0"/>
          <p:nvPr/>
        </p:nvPicPr>
        <p:blipFill>
          <a:blip r:embed="rId3">
            <a:alphaModFix/>
          </a:blip>
          <a:stretch>
            <a:fillRect/>
          </a:stretch>
        </p:blipFill>
        <p:spPr>
          <a:xfrm>
            <a:off x="446025" y="4609125"/>
            <a:ext cx="1952625" cy="1981200"/>
          </a:xfrm>
          <a:prstGeom prst="rect">
            <a:avLst/>
          </a:prstGeom>
          <a:noFill/>
          <a:ln>
            <a:noFill/>
          </a:ln>
        </p:spPr>
      </p:pic>
      <p:sp>
        <p:nvSpPr>
          <p:cNvPr id="207" name="Google Shape;207;p26"/>
          <p:cNvSpPr txBox="1"/>
          <p:nvPr/>
        </p:nvSpPr>
        <p:spPr>
          <a:xfrm>
            <a:off x="321338" y="3921825"/>
            <a:ext cx="2202000" cy="600300"/>
          </a:xfrm>
          <a:prstGeom prst="rect">
            <a:avLst/>
          </a:prstGeom>
          <a:noFill/>
          <a:ln>
            <a:noFill/>
          </a:ln>
        </p:spPr>
        <p:txBody>
          <a:bodyPr spcFirstLastPara="1" wrap="square" lIns="91425" tIns="91425" rIns="91425" bIns="91425" anchor="t" anchorCtr="0">
            <a:spAutoFit/>
          </a:bodyPr>
          <a:lstStyle/>
          <a:p>
            <a:pPr marL="0" lvl="0" indent="0" algn="ctr" rtl="0">
              <a:lnSpc>
                <a:spcPct val="90000"/>
              </a:lnSpc>
              <a:spcBef>
                <a:spcPts val="1000"/>
              </a:spcBef>
              <a:spcAft>
                <a:spcPts val="0"/>
              </a:spcAft>
              <a:buNone/>
            </a:pPr>
            <a:r>
              <a:rPr lang="en-US" sz="3000">
                <a:solidFill>
                  <a:srgbClr val="FF9900"/>
                </a:solidFill>
                <a:latin typeface="Calibri"/>
                <a:ea typeface="Calibri"/>
                <a:cs typeface="Calibri"/>
                <a:sym typeface="Calibri"/>
              </a:rPr>
              <a:t>Android</a:t>
            </a:r>
            <a:endParaRPr/>
          </a:p>
        </p:txBody>
      </p:sp>
      <p:pic>
        <p:nvPicPr>
          <p:cNvPr id="208" name="Google Shape;208;p26"/>
          <p:cNvPicPr preferRelativeResize="0"/>
          <p:nvPr/>
        </p:nvPicPr>
        <p:blipFill>
          <a:blip r:embed="rId4">
            <a:alphaModFix/>
          </a:blip>
          <a:stretch>
            <a:fillRect/>
          </a:stretch>
        </p:blipFill>
        <p:spPr>
          <a:xfrm>
            <a:off x="3462188" y="4632938"/>
            <a:ext cx="1895475" cy="1933575"/>
          </a:xfrm>
          <a:prstGeom prst="rect">
            <a:avLst/>
          </a:prstGeom>
          <a:noFill/>
          <a:ln>
            <a:noFill/>
          </a:ln>
        </p:spPr>
      </p:pic>
      <p:sp>
        <p:nvSpPr>
          <p:cNvPr id="209" name="Google Shape;209;p26"/>
          <p:cNvSpPr txBox="1"/>
          <p:nvPr/>
        </p:nvSpPr>
        <p:spPr>
          <a:xfrm>
            <a:off x="3308925" y="4032650"/>
            <a:ext cx="2202000" cy="600300"/>
          </a:xfrm>
          <a:prstGeom prst="rect">
            <a:avLst/>
          </a:prstGeom>
          <a:noFill/>
          <a:ln>
            <a:noFill/>
          </a:ln>
        </p:spPr>
        <p:txBody>
          <a:bodyPr spcFirstLastPara="1" wrap="square" lIns="91425" tIns="91425" rIns="91425" bIns="91425" anchor="t" anchorCtr="0">
            <a:spAutoFit/>
          </a:bodyPr>
          <a:lstStyle/>
          <a:p>
            <a:pPr marL="0" lvl="0" indent="0" algn="ctr" rtl="0">
              <a:lnSpc>
                <a:spcPct val="90000"/>
              </a:lnSpc>
              <a:spcBef>
                <a:spcPts val="1000"/>
              </a:spcBef>
              <a:spcAft>
                <a:spcPts val="0"/>
              </a:spcAft>
              <a:buNone/>
            </a:pPr>
            <a:r>
              <a:rPr lang="en-US" sz="3000">
                <a:solidFill>
                  <a:srgbClr val="FF9900"/>
                </a:solidFill>
                <a:latin typeface="Calibri"/>
                <a:ea typeface="Calibri"/>
                <a:cs typeface="Calibri"/>
                <a:sym typeface="Calibri"/>
              </a:rPr>
              <a:t>iOS</a:t>
            </a:r>
            <a:endParaRPr/>
          </a:p>
        </p:txBody>
      </p:sp>
      <p:sp>
        <p:nvSpPr>
          <p:cNvPr id="210" name="Google Shape;210;p26"/>
          <p:cNvSpPr txBox="1">
            <a:spLocks noGrp="1"/>
          </p:cNvSpPr>
          <p:nvPr>
            <p:ph type="body" idx="1"/>
          </p:nvPr>
        </p:nvSpPr>
        <p:spPr>
          <a:xfrm>
            <a:off x="254100" y="1059100"/>
            <a:ext cx="9615000" cy="2682600"/>
          </a:xfrm>
          <a:prstGeom prst="rect">
            <a:avLst/>
          </a:prstGeom>
          <a:noFill/>
          <a:ln>
            <a:noFill/>
          </a:ln>
        </p:spPr>
        <p:txBody>
          <a:bodyPr spcFirstLastPara="1" wrap="square" lIns="91425" tIns="45700" rIns="91425" bIns="45700" anchor="t" anchorCtr="0">
            <a:normAutofit/>
          </a:bodyPr>
          <a:lstStyle/>
          <a:p>
            <a:pPr marL="457200" marR="0" lvl="0" indent="-450850" algn="l" rtl="0">
              <a:lnSpc>
                <a:spcPct val="90000"/>
              </a:lnSpc>
              <a:spcBef>
                <a:spcPts val="1000"/>
              </a:spcBef>
              <a:spcAft>
                <a:spcPts val="0"/>
              </a:spcAft>
              <a:buSzPts val="3500"/>
              <a:buAutoNum type="arabicPeriod"/>
            </a:pPr>
            <a:r>
              <a:rPr lang="en-US" sz="3500" b="1"/>
              <a:t>Download app</a:t>
            </a:r>
            <a:endParaRPr sz="3500"/>
          </a:p>
          <a:p>
            <a:pPr marL="457200" marR="0" lvl="0" indent="-450850" algn="l" rtl="0">
              <a:lnSpc>
                <a:spcPct val="90000"/>
              </a:lnSpc>
              <a:spcBef>
                <a:spcPts val="0"/>
              </a:spcBef>
              <a:spcAft>
                <a:spcPts val="0"/>
              </a:spcAft>
              <a:buSzPts val="3500"/>
              <a:buAutoNum type="arabicPeriod"/>
            </a:pPr>
            <a:r>
              <a:rPr lang="en-US" sz="3500"/>
              <a:t>Grant Permissions &amp; whatnot</a:t>
            </a:r>
            <a:endParaRPr sz="3500"/>
          </a:p>
          <a:p>
            <a:pPr marL="457200" marR="0" lvl="0" indent="-450850" algn="l" rtl="0">
              <a:lnSpc>
                <a:spcPct val="90000"/>
              </a:lnSpc>
              <a:spcBef>
                <a:spcPts val="0"/>
              </a:spcBef>
              <a:spcAft>
                <a:spcPts val="0"/>
              </a:spcAft>
              <a:buSzPts val="3500"/>
              <a:buAutoNum type="arabicPeriod"/>
            </a:pPr>
            <a:r>
              <a:rPr lang="en-US" sz="3500"/>
              <a:t>Chat in #mesh mode</a:t>
            </a:r>
            <a:endParaRPr sz="3500"/>
          </a:p>
          <a:p>
            <a:pPr marL="457200" marR="0" lvl="0" indent="-450850" algn="l" rtl="0">
              <a:lnSpc>
                <a:spcPct val="90000"/>
              </a:lnSpc>
              <a:spcBef>
                <a:spcPts val="0"/>
              </a:spcBef>
              <a:spcAft>
                <a:spcPts val="0"/>
              </a:spcAft>
              <a:buSzPts val="3500"/>
              <a:buAutoNum type="arabicPeriod"/>
            </a:pPr>
            <a:r>
              <a:rPr lang="en-US" sz="3500"/>
              <a:t>Now try in airplane mode! (make sure bluetooth is still enabled and listening for new connections)</a:t>
            </a:r>
            <a:endParaRPr sz="3500"/>
          </a:p>
        </p:txBody>
      </p:sp>
      <p:pic>
        <p:nvPicPr>
          <p:cNvPr id="211" name="Google Shape;211;p26" title="Screenshot_20250914-071341.png"/>
          <p:cNvPicPr preferRelativeResize="0"/>
          <p:nvPr/>
        </p:nvPicPr>
        <p:blipFill rotWithShape="1">
          <a:blip r:embed="rId5">
            <a:alphaModFix/>
          </a:blip>
          <a:srcRect t="88861" b="2918"/>
          <a:stretch/>
        </p:blipFill>
        <p:spPr>
          <a:xfrm>
            <a:off x="6216075" y="1643750"/>
            <a:ext cx="2426524" cy="443023"/>
          </a:xfrm>
          <a:prstGeom prst="rect">
            <a:avLst/>
          </a:prstGeom>
          <a:noFill/>
          <a:ln>
            <a:noFill/>
          </a:ln>
        </p:spPr>
      </p:pic>
      <p:pic>
        <p:nvPicPr>
          <p:cNvPr id="212" name="Google Shape;212;p26" title="Screenshot_20250914-071432.png"/>
          <p:cNvPicPr preferRelativeResize="0"/>
          <p:nvPr/>
        </p:nvPicPr>
        <p:blipFill rotWithShape="1">
          <a:blip r:embed="rId6">
            <a:alphaModFix/>
          </a:blip>
          <a:srcRect b="85602"/>
          <a:stretch/>
        </p:blipFill>
        <p:spPr>
          <a:xfrm>
            <a:off x="5878012" y="5048450"/>
            <a:ext cx="3623999" cy="1158953"/>
          </a:xfrm>
          <a:prstGeom prst="rect">
            <a:avLst/>
          </a:prstGeom>
          <a:noFill/>
          <a:ln w="9525" cap="flat" cmpd="sng">
            <a:solidFill>
              <a:schemeClr val="lt1"/>
            </a:solidFill>
            <a:prstDash val="solid"/>
            <a:round/>
            <a:headEnd type="none" w="sm" len="sm"/>
            <a:tailEnd type="none" w="sm" len="sm"/>
          </a:ln>
        </p:spPr>
      </p:pic>
      <p:sp>
        <p:nvSpPr>
          <p:cNvPr id="213" name="Google Shape;213;p26"/>
          <p:cNvSpPr txBox="1"/>
          <p:nvPr/>
        </p:nvSpPr>
        <p:spPr>
          <a:xfrm>
            <a:off x="5878013" y="4032650"/>
            <a:ext cx="3624000" cy="1015800"/>
          </a:xfrm>
          <a:prstGeom prst="rect">
            <a:avLst/>
          </a:prstGeom>
          <a:noFill/>
          <a:ln>
            <a:noFill/>
          </a:ln>
        </p:spPr>
        <p:txBody>
          <a:bodyPr spcFirstLastPara="1" wrap="square" lIns="91425" tIns="91425" rIns="91425" bIns="91425" anchor="t" anchorCtr="0">
            <a:spAutoFit/>
          </a:bodyPr>
          <a:lstStyle/>
          <a:p>
            <a:pPr marL="0" lvl="0" indent="0" algn="ctr" rtl="0">
              <a:lnSpc>
                <a:spcPct val="90000"/>
              </a:lnSpc>
              <a:spcBef>
                <a:spcPts val="1000"/>
              </a:spcBef>
              <a:spcAft>
                <a:spcPts val="0"/>
              </a:spcAft>
              <a:buNone/>
            </a:pPr>
            <a:r>
              <a:rPr lang="en-US" sz="3000">
                <a:solidFill>
                  <a:srgbClr val="FF9900"/>
                </a:solidFill>
                <a:latin typeface="Calibri"/>
                <a:ea typeface="Calibri"/>
                <a:cs typeface="Calibri"/>
                <a:sym typeface="Calibri"/>
              </a:rPr>
              <a:t>To change your name, type at the top</a:t>
            </a:r>
            <a:endParaRPr/>
          </a:p>
        </p:txBody>
      </p:sp>
      <p:pic>
        <p:nvPicPr>
          <p:cNvPr id="214" name="Google Shape;214;p26"/>
          <p:cNvPicPr preferRelativeResize="0"/>
          <p:nvPr/>
        </p:nvPicPr>
        <p:blipFill>
          <a:blip r:embed="rId7">
            <a:alphaModFix/>
          </a:blip>
          <a:stretch>
            <a:fillRect/>
          </a:stretch>
        </p:blipFill>
        <p:spPr>
          <a:xfrm>
            <a:off x="10022375" y="1183200"/>
            <a:ext cx="2018100" cy="4491598"/>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27"/>
          <p:cNvSpPr txBox="1">
            <a:spLocks noGrp="1"/>
          </p:cNvSpPr>
          <p:nvPr>
            <p:ph type="title"/>
          </p:nvPr>
        </p:nvSpPr>
        <p:spPr>
          <a:xfrm>
            <a:off x="225800" y="-177975"/>
            <a:ext cx="11682300" cy="11382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FF9900"/>
              </a:buClr>
              <a:buSzPts val="4400"/>
              <a:buFont typeface="Calibri"/>
              <a:buNone/>
            </a:pPr>
            <a:r>
              <a:rPr lang="en-US" sz="3000" b="1"/>
              <a:t>Bitcoin Short Film: Reality (TIP_NZ)</a:t>
            </a:r>
            <a:endParaRPr sz="3000" b="1"/>
          </a:p>
        </p:txBody>
      </p:sp>
      <p:pic>
        <p:nvPicPr>
          <p:cNvPr id="221" name="Google Shape;221;p27" descr="Website (and lyrics): www.tipnz.com&#10;Donate: www.geyser.fund/project/tip&#10;Follow: www.x.com/tip_nz" title="REALITY">
            <a:hlinkClick r:id="rId3"/>
          </p:cNvPr>
          <p:cNvPicPr preferRelativeResize="0"/>
          <p:nvPr/>
        </p:nvPicPr>
        <p:blipFill>
          <a:blip r:embed="rId4">
            <a:alphaModFix/>
          </a:blip>
          <a:stretch>
            <a:fillRect/>
          </a:stretch>
        </p:blipFill>
        <p:spPr>
          <a:xfrm>
            <a:off x="687900" y="656500"/>
            <a:ext cx="10816200" cy="60841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1"/>
                                        </p:tgtEl>
                                        <p:attrNameLst>
                                          <p:attrName>style.visibility</p:attrName>
                                        </p:attrNameLst>
                                      </p:cBhvr>
                                      <p:to>
                                        <p:strVal val="visible"/>
                                      </p:to>
                                    </p:set>
                                    <p:animEffect transition="in" filter="fade">
                                      <p:cBhvr>
                                        <p:cTn id="7" dur="1000"/>
                                        <p:tgtEl>
                                          <p:spTgt spid="2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28"/>
          <p:cNvSpPr txBox="1">
            <a:spLocks noGrp="1"/>
          </p:cNvSpPr>
          <p:nvPr>
            <p:ph type="title"/>
          </p:nvPr>
        </p:nvSpPr>
        <p:spPr>
          <a:xfrm>
            <a:off x="838200" y="117550"/>
            <a:ext cx="10515600" cy="13257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FF9900"/>
              </a:buClr>
              <a:buSzPts val="4400"/>
              <a:buFont typeface="Calibri"/>
              <a:buNone/>
            </a:pPr>
            <a:r>
              <a:rPr lang="en-US" sz="4800" b="1" dirty="0"/>
              <a:t>Value 4 Value</a:t>
            </a:r>
            <a:endParaRPr b="1" dirty="0"/>
          </a:p>
        </p:txBody>
      </p:sp>
      <p:sp>
        <p:nvSpPr>
          <p:cNvPr id="228" name="Google Shape;228;p28"/>
          <p:cNvSpPr txBox="1">
            <a:spLocks noGrp="1"/>
          </p:cNvSpPr>
          <p:nvPr>
            <p:ph type="body" idx="1"/>
          </p:nvPr>
        </p:nvSpPr>
        <p:spPr>
          <a:xfrm>
            <a:off x="639150" y="1324300"/>
            <a:ext cx="10913700" cy="5181600"/>
          </a:xfrm>
          <a:prstGeom prst="rect">
            <a:avLst/>
          </a:prstGeom>
          <a:noFill/>
          <a:ln>
            <a:noFill/>
          </a:ln>
        </p:spPr>
        <p:txBody>
          <a:bodyPr spcFirstLastPara="1" wrap="square" lIns="91425" tIns="45700" rIns="91425" bIns="45700" anchor="t" anchorCtr="0">
            <a:normAutofit/>
          </a:bodyPr>
          <a:lstStyle/>
          <a:p>
            <a:pPr marL="228600" marR="0" lvl="0" indent="-273050" algn="l" rtl="0">
              <a:lnSpc>
                <a:spcPct val="90000"/>
              </a:lnSpc>
              <a:spcBef>
                <a:spcPts val="1000"/>
              </a:spcBef>
              <a:spcAft>
                <a:spcPts val="0"/>
              </a:spcAft>
              <a:buSzPts val="3500"/>
              <a:buChar char="•"/>
            </a:pPr>
            <a:r>
              <a:rPr lang="en-US" sz="3500"/>
              <a:t>Open Source Tech is Powered by Value 4 Value Donations</a:t>
            </a:r>
            <a:endParaRPr sz="3500"/>
          </a:p>
          <a:p>
            <a:pPr marL="228600" marR="0" lvl="0" indent="-273050" algn="l" rtl="0">
              <a:lnSpc>
                <a:spcPct val="90000"/>
              </a:lnSpc>
              <a:spcBef>
                <a:spcPts val="1000"/>
              </a:spcBef>
              <a:spcAft>
                <a:spcPts val="0"/>
              </a:spcAft>
              <a:buSzPts val="3500"/>
              <a:buChar char="•"/>
            </a:pPr>
            <a:r>
              <a:rPr lang="en-US" sz="3500"/>
              <a:t>Have you Donated to your favorite open source projects?</a:t>
            </a:r>
            <a:endParaRPr sz="3500"/>
          </a:p>
          <a:p>
            <a:pPr marL="0" marR="0" lvl="0" indent="0" algn="l" rtl="0">
              <a:lnSpc>
                <a:spcPct val="90000"/>
              </a:lnSpc>
              <a:spcBef>
                <a:spcPts val="1000"/>
              </a:spcBef>
              <a:spcAft>
                <a:spcPts val="0"/>
              </a:spcAft>
              <a:buNone/>
            </a:pPr>
            <a:endParaRPr sz="2000"/>
          </a:p>
          <a:p>
            <a:pPr marL="0" marR="0" lvl="0" indent="0" algn="ctr" rtl="0">
              <a:lnSpc>
                <a:spcPct val="90000"/>
              </a:lnSpc>
              <a:spcBef>
                <a:spcPts val="1000"/>
              </a:spcBef>
              <a:spcAft>
                <a:spcPts val="0"/>
              </a:spcAft>
              <a:buNone/>
            </a:pPr>
            <a:r>
              <a:rPr lang="en-US" sz="3500" b="1"/>
              <a:t>If you found this meetup valuable consider a donation to keep us growing!</a:t>
            </a:r>
            <a:endParaRPr sz="3500" b="1"/>
          </a:p>
          <a:p>
            <a:pPr marL="0" marR="0" lvl="0" indent="0" algn="l" rtl="0">
              <a:lnSpc>
                <a:spcPct val="90000"/>
              </a:lnSpc>
              <a:spcBef>
                <a:spcPts val="1000"/>
              </a:spcBef>
              <a:spcAft>
                <a:spcPts val="0"/>
              </a:spcAft>
              <a:buNone/>
            </a:pPr>
            <a:endParaRPr sz="3500"/>
          </a:p>
        </p:txBody>
      </p:sp>
      <p:sp>
        <p:nvSpPr>
          <p:cNvPr id="229" name="Google Shape;229;p28"/>
          <p:cNvSpPr txBox="1"/>
          <p:nvPr/>
        </p:nvSpPr>
        <p:spPr>
          <a:xfrm>
            <a:off x="1039500" y="5791175"/>
            <a:ext cx="2202000" cy="600300"/>
          </a:xfrm>
          <a:prstGeom prst="rect">
            <a:avLst/>
          </a:prstGeom>
          <a:noFill/>
          <a:ln>
            <a:noFill/>
          </a:ln>
        </p:spPr>
        <p:txBody>
          <a:bodyPr spcFirstLastPara="1" wrap="square" lIns="91425" tIns="91425" rIns="91425" bIns="91425" anchor="t" anchorCtr="0">
            <a:spAutoFit/>
          </a:bodyPr>
          <a:lstStyle/>
          <a:p>
            <a:pPr marL="0" lvl="0" indent="0" algn="ctr" rtl="0">
              <a:lnSpc>
                <a:spcPct val="90000"/>
              </a:lnSpc>
              <a:spcBef>
                <a:spcPts val="1000"/>
              </a:spcBef>
              <a:spcAft>
                <a:spcPts val="0"/>
              </a:spcAft>
              <a:buNone/>
            </a:pPr>
            <a:r>
              <a:rPr lang="en-US" sz="3000">
                <a:solidFill>
                  <a:srgbClr val="FF9900"/>
                </a:solidFill>
                <a:latin typeface="Calibri"/>
                <a:ea typeface="Calibri"/>
                <a:cs typeface="Calibri"/>
                <a:sym typeface="Calibri"/>
              </a:rPr>
              <a:t>Lightning</a:t>
            </a:r>
            <a:endParaRPr/>
          </a:p>
        </p:txBody>
      </p:sp>
      <p:sp>
        <p:nvSpPr>
          <p:cNvPr id="230" name="Google Shape;230;p28"/>
          <p:cNvSpPr txBox="1"/>
          <p:nvPr/>
        </p:nvSpPr>
        <p:spPr>
          <a:xfrm>
            <a:off x="4995000" y="5791175"/>
            <a:ext cx="2202000" cy="600300"/>
          </a:xfrm>
          <a:prstGeom prst="rect">
            <a:avLst/>
          </a:prstGeom>
          <a:noFill/>
          <a:ln>
            <a:noFill/>
          </a:ln>
        </p:spPr>
        <p:txBody>
          <a:bodyPr spcFirstLastPara="1" wrap="square" lIns="91425" tIns="91425" rIns="91425" bIns="91425" anchor="t" anchorCtr="0">
            <a:spAutoFit/>
          </a:bodyPr>
          <a:lstStyle/>
          <a:p>
            <a:pPr marL="0" lvl="0" indent="0" algn="ctr" rtl="0">
              <a:lnSpc>
                <a:spcPct val="90000"/>
              </a:lnSpc>
              <a:spcBef>
                <a:spcPts val="1000"/>
              </a:spcBef>
              <a:spcAft>
                <a:spcPts val="0"/>
              </a:spcAft>
              <a:buNone/>
            </a:pPr>
            <a:r>
              <a:rPr lang="en-US" sz="3000">
                <a:solidFill>
                  <a:srgbClr val="FF9900"/>
                </a:solidFill>
                <a:latin typeface="Calibri"/>
                <a:ea typeface="Calibri"/>
                <a:cs typeface="Calibri"/>
                <a:sym typeface="Calibri"/>
              </a:rPr>
              <a:t>Venmo</a:t>
            </a:r>
            <a:endParaRPr/>
          </a:p>
        </p:txBody>
      </p:sp>
      <p:sp>
        <p:nvSpPr>
          <p:cNvPr id="231" name="Google Shape;231;p28"/>
          <p:cNvSpPr txBox="1"/>
          <p:nvPr/>
        </p:nvSpPr>
        <p:spPr>
          <a:xfrm>
            <a:off x="8950500" y="5791175"/>
            <a:ext cx="2202000" cy="600300"/>
          </a:xfrm>
          <a:prstGeom prst="rect">
            <a:avLst/>
          </a:prstGeom>
          <a:noFill/>
          <a:ln>
            <a:noFill/>
          </a:ln>
        </p:spPr>
        <p:txBody>
          <a:bodyPr spcFirstLastPara="1" wrap="square" lIns="91425" tIns="91425" rIns="91425" bIns="91425" anchor="t" anchorCtr="0">
            <a:spAutoFit/>
          </a:bodyPr>
          <a:lstStyle/>
          <a:p>
            <a:pPr marL="0" lvl="0" indent="0" algn="ctr" rtl="0">
              <a:lnSpc>
                <a:spcPct val="90000"/>
              </a:lnSpc>
              <a:spcBef>
                <a:spcPts val="1000"/>
              </a:spcBef>
              <a:spcAft>
                <a:spcPts val="0"/>
              </a:spcAft>
              <a:buNone/>
            </a:pPr>
            <a:r>
              <a:rPr lang="en-US" sz="3000">
                <a:solidFill>
                  <a:srgbClr val="FF9900"/>
                </a:solidFill>
                <a:latin typeface="Calibri"/>
                <a:ea typeface="Calibri"/>
                <a:cs typeface="Calibri"/>
                <a:sym typeface="Calibri"/>
              </a:rPr>
              <a:t>CashApp</a:t>
            </a:r>
            <a:endParaRPr/>
          </a:p>
        </p:txBody>
      </p:sp>
      <p:pic>
        <p:nvPicPr>
          <p:cNvPr id="232" name="Google Shape;232;p28"/>
          <p:cNvPicPr preferRelativeResize="0"/>
          <p:nvPr/>
        </p:nvPicPr>
        <p:blipFill>
          <a:blip r:embed="rId3">
            <a:alphaModFix/>
          </a:blip>
          <a:stretch>
            <a:fillRect/>
          </a:stretch>
        </p:blipFill>
        <p:spPr>
          <a:xfrm>
            <a:off x="1354675" y="4154063"/>
            <a:ext cx="1571625" cy="1571625"/>
          </a:xfrm>
          <a:prstGeom prst="rect">
            <a:avLst/>
          </a:prstGeom>
          <a:noFill/>
          <a:ln>
            <a:noFill/>
          </a:ln>
        </p:spPr>
      </p:pic>
      <p:pic>
        <p:nvPicPr>
          <p:cNvPr id="233" name="Google Shape;233;p28"/>
          <p:cNvPicPr preferRelativeResize="0"/>
          <p:nvPr/>
        </p:nvPicPr>
        <p:blipFill>
          <a:blip r:embed="rId4">
            <a:alphaModFix/>
          </a:blip>
          <a:stretch>
            <a:fillRect/>
          </a:stretch>
        </p:blipFill>
        <p:spPr>
          <a:xfrm>
            <a:off x="5300650" y="4135013"/>
            <a:ext cx="1590675" cy="1609725"/>
          </a:xfrm>
          <a:prstGeom prst="rect">
            <a:avLst/>
          </a:prstGeom>
          <a:noFill/>
          <a:ln>
            <a:noFill/>
          </a:ln>
        </p:spPr>
      </p:pic>
      <p:pic>
        <p:nvPicPr>
          <p:cNvPr id="234" name="Google Shape;234;p28"/>
          <p:cNvPicPr preferRelativeResize="0"/>
          <p:nvPr/>
        </p:nvPicPr>
        <p:blipFill>
          <a:blip r:embed="rId5">
            <a:alphaModFix/>
          </a:blip>
          <a:stretch>
            <a:fillRect/>
          </a:stretch>
        </p:blipFill>
        <p:spPr>
          <a:xfrm>
            <a:off x="9265663" y="4163588"/>
            <a:ext cx="1533525" cy="15525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9">
          <a:extLst>
            <a:ext uri="{FF2B5EF4-FFF2-40B4-BE49-F238E27FC236}">
              <a16:creationId xmlns:a16="http://schemas.microsoft.com/office/drawing/2014/main" id="{FE315AB1-6E0B-A98D-5B68-8FD23D29FEDD}"/>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E39A4681-9804-B67F-A3E0-76F158A276B0}"/>
              </a:ext>
            </a:extLst>
          </p:cNvPr>
          <p:cNvPicPr>
            <a:picLocks noChangeAspect="1"/>
          </p:cNvPicPr>
          <p:nvPr/>
        </p:nvPicPr>
        <p:blipFill>
          <a:blip r:embed="rId3"/>
          <a:stretch>
            <a:fillRect/>
          </a:stretch>
        </p:blipFill>
        <p:spPr>
          <a:xfrm>
            <a:off x="4252912" y="3028950"/>
            <a:ext cx="3686175" cy="800100"/>
          </a:xfrm>
          <a:prstGeom prst="rect">
            <a:avLst/>
          </a:prstGeom>
        </p:spPr>
      </p:pic>
      <p:pic>
        <p:nvPicPr>
          <p:cNvPr id="5" name="Picture 4">
            <a:extLst>
              <a:ext uri="{FF2B5EF4-FFF2-40B4-BE49-F238E27FC236}">
                <a16:creationId xmlns:a16="http://schemas.microsoft.com/office/drawing/2014/main" id="{4F7FF0EF-CD51-9426-9ECE-DF4362F9B1BD}"/>
              </a:ext>
            </a:extLst>
          </p:cNvPr>
          <p:cNvPicPr>
            <a:picLocks noChangeAspect="1"/>
          </p:cNvPicPr>
          <p:nvPr/>
        </p:nvPicPr>
        <p:blipFill>
          <a:blip r:embed="rId4"/>
          <a:stretch>
            <a:fillRect/>
          </a:stretch>
        </p:blipFill>
        <p:spPr>
          <a:xfrm>
            <a:off x="2375860" y="2769521"/>
            <a:ext cx="1535481" cy="1140237"/>
          </a:xfrm>
          <a:prstGeom prst="rect">
            <a:avLst/>
          </a:prstGeom>
        </p:spPr>
      </p:pic>
    </p:spTree>
    <p:extLst>
      <p:ext uri="{BB962C8B-B14F-4D97-AF65-F5344CB8AC3E}">
        <p14:creationId xmlns:p14="http://schemas.microsoft.com/office/powerpoint/2010/main" val="34060966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4"/>
          <p:cNvSpPr txBox="1">
            <a:spLocks noGrp="1"/>
          </p:cNvSpPr>
          <p:nvPr>
            <p:ph type="title"/>
          </p:nvPr>
        </p:nvSpPr>
        <p:spPr>
          <a:xfrm>
            <a:off x="838200" y="57700"/>
            <a:ext cx="10515600" cy="13257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FF9900"/>
              </a:buClr>
              <a:buSzPts val="4400"/>
              <a:buFont typeface="Calibri"/>
              <a:buNone/>
            </a:pPr>
            <a:r>
              <a:rPr lang="en-US" b="1"/>
              <a:t>Bitcoin Book Club!</a:t>
            </a:r>
            <a:endParaRPr b="1"/>
          </a:p>
        </p:txBody>
      </p:sp>
      <p:sp>
        <p:nvSpPr>
          <p:cNvPr id="96" name="Google Shape;96;p14"/>
          <p:cNvSpPr txBox="1">
            <a:spLocks noGrp="1"/>
          </p:cNvSpPr>
          <p:nvPr>
            <p:ph type="body" idx="1"/>
          </p:nvPr>
        </p:nvSpPr>
        <p:spPr>
          <a:xfrm>
            <a:off x="379550" y="1383400"/>
            <a:ext cx="11133000" cy="5181600"/>
          </a:xfrm>
          <a:prstGeom prst="rect">
            <a:avLst/>
          </a:prstGeom>
          <a:noFill/>
          <a:ln>
            <a:noFill/>
          </a:ln>
        </p:spPr>
        <p:txBody>
          <a:bodyPr spcFirstLastPara="1" wrap="square" lIns="91425" tIns="45700" rIns="91425" bIns="45700" anchor="t" anchorCtr="0">
            <a:normAutofit/>
          </a:bodyPr>
          <a:lstStyle/>
          <a:p>
            <a:pPr marL="228600" lvl="0" indent="-273050" algn="l" rtl="0">
              <a:lnSpc>
                <a:spcPct val="90000"/>
              </a:lnSpc>
              <a:spcBef>
                <a:spcPts val="1000"/>
              </a:spcBef>
              <a:spcAft>
                <a:spcPts val="0"/>
              </a:spcAft>
              <a:buSzPts val="3500"/>
              <a:buChar char="•"/>
            </a:pPr>
            <a:r>
              <a:rPr lang="en-US" sz="3500"/>
              <a:t>Meets Weekly (Virtual Video Call)</a:t>
            </a:r>
            <a:endParaRPr sz="3500"/>
          </a:p>
          <a:p>
            <a:pPr marL="0" lvl="0" indent="457200" algn="l" rtl="0">
              <a:spcBef>
                <a:spcPts val="1000"/>
              </a:spcBef>
              <a:spcAft>
                <a:spcPts val="0"/>
              </a:spcAft>
              <a:buNone/>
            </a:pPr>
            <a:r>
              <a:rPr lang="en-US" u="sng">
                <a:solidFill>
                  <a:schemeClr val="hlink"/>
                </a:solidFill>
                <a:hlinkClick r:id="rId3"/>
              </a:rPr>
              <a:t>https://hivetalk.org/join/WM_Bitcoin_Book_Club</a:t>
            </a:r>
            <a:endParaRPr sz="3500"/>
          </a:p>
          <a:p>
            <a:pPr marL="685800" lvl="1" indent="-298450" algn="l" rtl="0">
              <a:lnSpc>
                <a:spcPct val="90000"/>
              </a:lnSpc>
              <a:spcBef>
                <a:spcPts val="1000"/>
              </a:spcBef>
              <a:spcAft>
                <a:spcPts val="0"/>
              </a:spcAft>
              <a:buSzPts val="3500"/>
              <a:buChar char="•"/>
            </a:pPr>
            <a:r>
              <a:rPr lang="en-US" sz="3500"/>
              <a:t>Wednesday Nights 7pm-8pm</a:t>
            </a:r>
            <a:endParaRPr sz="3500"/>
          </a:p>
          <a:p>
            <a:pPr marL="685800" lvl="1" indent="-298450" algn="l" rtl="0">
              <a:lnSpc>
                <a:spcPct val="90000"/>
              </a:lnSpc>
              <a:spcBef>
                <a:spcPts val="1000"/>
              </a:spcBef>
              <a:spcAft>
                <a:spcPts val="0"/>
              </a:spcAft>
              <a:buSzPts val="3500"/>
              <a:buChar char="•"/>
            </a:pPr>
            <a:r>
              <a:rPr lang="en-US" sz="3500"/>
              <a:t>30-40 pages per week</a:t>
            </a:r>
            <a:endParaRPr sz="3500"/>
          </a:p>
          <a:p>
            <a:pPr marL="685800" lvl="1" indent="-298450" algn="l" rtl="0">
              <a:spcBef>
                <a:spcPts val="1000"/>
              </a:spcBef>
              <a:spcAft>
                <a:spcPts val="0"/>
              </a:spcAft>
              <a:buSzPts val="3500"/>
              <a:buChar char="•"/>
            </a:pPr>
            <a:r>
              <a:rPr lang="en-US" sz="3500"/>
              <a:t>WM BTC Meetup Only</a:t>
            </a:r>
            <a:endParaRPr sz="3500"/>
          </a:p>
          <a:p>
            <a:pPr marL="685800" lvl="1" indent="-298450" algn="l" rtl="0">
              <a:spcBef>
                <a:spcPts val="1000"/>
              </a:spcBef>
              <a:spcAft>
                <a:spcPts val="0"/>
              </a:spcAft>
              <a:buSzPts val="3500"/>
              <a:buChar char="•"/>
            </a:pPr>
            <a:r>
              <a:rPr lang="en-US" sz="3500" b="1" u="sng"/>
              <a:t>Restarting October 1st: </a:t>
            </a:r>
            <a:endParaRPr sz="3500" b="1" u="sng"/>
          </a:p>
          <a:p>
            <a:pPr marL="4114800" lvl="0" indent="457200" algn="l" rtl="0">
              <a:spcBef>
                <a:spcPts val="1000"/>
              </a:spcBef>
              <a:spcAft>
                <a:spcPts val="0"/>
              </a:spcAft>
              <a:buNone/>
            </a:pPr>
            <a:r>
              <a:rPr lang="en-US" sz="3500" b="1"/>
              <a:t>   Sign Up Here! ⇒</a:t>
            </a:r>
            <a:endParaRPr sz="3500" b="1" i="1"/>
          </a:p>
          <a:p>
            <a:pPr marL="0" lvl="0" indent="0" algn="l" rtl="0">
              <a:spcBef>
                <a:spcPts val="1000"/>
              </a:spcBef>
              <a:spcAft>
                <a:spcPts val="0"/>
              </a:spcAft>
              <a:buNone/>
            </a:pPr>
            <a:endParaRPr sz="3500"/>
          </a:p>
        </p:txBody>
      </p:sp>
      <p:pic>
        <p:nvPicPr>
          <p:cNvPr id="97" name="Google Shape;97;p14"/>
          <p:cNvPicPr preferRelativeResize="0"/>
          <p:nvPr/>
        </p:nvPicPr>
        <p:blipFill>
          <a:blip r:embed="rId4">
            <a:alphaModFix/>
          </a:blip>
          <a:stretch>
            <a:fillRect/>
          </a:stretch>
        </p:blipFill>
        <p:spPr>
          <a:xfrm>
            <a:off x="9010221" y="344790"/>
            <a:ext cx="1951849" cy="3121286"/>
          </a:xfrm>
          <a:prstGeom prst="rect">
            <a:avLst/>
          </a:prstGeom>
          <a:noFill/>
          <a:ln>
            <a:noFill/>
          </a:ln>
        </p:spPr>
      </p:pic>
      <p:pic>
        <p:nvPicPr>
          <p:cNvPr id="98" name="Google Shape;98;p14"/>
          <p:cNvPicPr preferRelativeResize="0"/>
          <p:nvPr/>
        </p:nvPicPr>
        <p:blipFill>
          <a:blip r:embed="rId5">
            <a:alphaModFix/>
          </a:blip>
          <a:stretch>
            <a:fillRect/>
          </a:stretch>
        </p:blipFill>
        <p:spPr>
          <a:xfrm>
            <a:off x="8523350" y="3639400"/>
            <a:ext cx="2925600" cy="29256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17"/>
          <p:cNvSpPr txBox="1">
            <a:spLocks noGrp="1"/>
          </p:cNvSpPr>
          <p:nvPr>
            <p:ph type="title"/>
          </p:nvPr>
        </p:nvSpPr>
        <p:spPr>
          <a:xfrm>
            <a:off x="408150" y="45575"/>
            <a:ext cx="11375700" cy="13257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FF9900"/>
              </a:buClr>
              <a:buSzPts val="4400"/>
              <a:buFont typeface="Calibri"/>
              <a:buNone/>
            </a:pPr>
            <a:r>
              <a:rPr lang="en-US" b="1"/>
              <a:t>Bitcoin Book List: The 4th Turning</a:t>
            </a:r>
            <a:endParaRPr b="1"/>
          </a:p>
        </p:txBody>
      </p:sp>
      <p:pic>
        <p:nvPicPr>
          <p:cNvPr id="131" name="Google Shape;131;p17"/>
          <p:cNvPicPr preferRelativeResize="0"/>
          <p:nvPr/>
        </p:nvPicPr>
        <p:blipFill>
          <a:blip r:embed="rId3">
            <a:alphaModFix/>
          </a:blip>
          <a:stretch>
            <a:fillRect/>
          </a:stretch>
        </p:blipFill>
        <p:spPr>
          <a:xfrm>
            <a:off x="8667225" y="1434200"/>
            <a:ext cx="3361007" cy="5077050"/>
          </a:xfrm>
          <a:prstGeom prst="rect">
            <a:avLst/>
          </a:prstGeom>
          <a:noFill/>
          <a:ln>
            <a:noFill/>
          </a:ln>
        </p:spPr>
      </p:pic>
      <p:sp>
        <p:nvSpPr>
          <p:cNvPr id="132" name="Google Shape;132;p17"/>
          <p:cNvSpPr txBox="1">
            <a:spLocks noGrp="1"/>
          </p:cNvSpPr>
          <p:nvPr>
            <p:ph type="body" idx="1"/>
          </p:nvPr>
        </p:nvSpPr>
        <p:spPr>
          <a:xfrm>
            <a:off x="201675" y="1157925"/>
            <a:ext cx="8465700" cy="5532300"/>
          </a:xfrm>
          <a:prstGeom prst="rect">
            <a:avLst/>
          </a:prstGeom>
          <a:noFill/>
          <a:ln>
            <a:noFill/>
          </a:ln>
        </p:spPr>
        <p:txBody>
          <a:bodyPr spcFirstLastPara="1" wrap="square" lIns="91425" tIns="45700" rIns="91425" bIns="45700" anchor="t" anchorCtr="0">
            <a:normAutofit lnSpcReduction="10000"/>
          </a:bodyPr>
          <a:lstStyle/>
          <a:p>
            <a:pPr marL="0" marR="0" lvl="0" indent="0" algn="l" rtl="0">
              <a:lnSpc>
                <a:spcPct val="90000"/>
              </a:lnSpc>
              <a:spcBef>
                <a:spcPts val="1000"/>
              </a:spcBef>
              <a:spcAft>
                <a:spcPts val="0"/>
              </a:spcAft>
              <a:buNone/>
            </a:pPr>
            <a:r>
              <a:rPr lang="en-US" sz="3500" u="sng">
                <a:solidFill>
                  <a:schemeClr val="hlink"/>
                </a:solidFill>
                <a:hlinkClick r:id="rId4"/>
              </a:rPr>
              <a:t>The 4th Turning</a:t>
            </a:r>
            <a:r>
              <a:rPr lang="en-US" sz="3500"/>
              <a:t>: William Strauss &amp; Neil Howe</a:t>
            </a:r>
            <a:endParaRPr sz="3500"/>
          </a:p>
          <a:p>
            <a:pPr marL="457200" marR="0" lvl="0" indent="-450850" algn="l" rtl="0">
              <a:lnSpc>
                <a:spcPct val="90000"/>
              </a:lnSpc>
              <a:spcBef>
                <a:spcPts val="1000"/>
              </a:spcBef>
              <a:spcAft>
                <a:spcPts val="0"/>
              </a:spcAft>
              <a:buSzPts val="3500"/>
              <a:buChar char="•"/>
            </a:pPr>
            <a:r>
              <a:rPr lang="en-US" sz="3500"/>
              <a:t>Covers 500 years of history to show that modern history moves in ~80-year cycles</a:t>
            </a:r>
            <a:endParaRPr sz="3500"/>
          </a:p>
          <a:p>
            <a:pPr marL="914400" marR="0" lvl="1" indent="-450850" algn="l" rtl="0">
              <a:lnSpc>
                <a:spcPct val="90000"/>
              </a:lnSpc>
              <a:spcBef>
                <a:spcPts val="0"/>
              </a:spcBef>
              <a:spcAft>
                <a:spcPts val="0"/>
              </a:spcAft>
              <a:buSzPts val="3500"/>
              <a:buChar char="•"/>
            </a:pPr>
            <a:r>
              <a:rPr lang="en-US" sz="3500"/>
              <a:t>About the length of a long human life</a:t>
            </a:r>
            <a:endParaRPr sz="3500"/>
          </a:p>
          <a:p>
            <a:pPr marL="914400" marR="0" lvl="1" indent="-450850" algn="l" rtl="0">
              <a:lnSpc>
                <a:spcPct val="90000"/>
              </a:lnSpc>
              <a:spcBef>
                <a:spcPts val="0"/>
              </a:spcBef>
              <a:spcAft>
                <a:spcPts val="0"/>
              </a:spcAft>
              <a:buSzPts val="3500"/>
              <a:buChar char="•"/>
            </a:pPr>
            <a:r>
              <a:rPr lang="en-US" sz="3500"/>
              <a:t>Composed of four, ~20-year turning eras</a:t>
            </a:r>
            <a:endParaRPr sz="3500"/>
          </a:p>
          <a:p>
            <a:pPr marL="914400" marR="0" lvl="1" indent="-450850" algn="l" rtl="0">
              <a:lnSpc>
                <a:spcPct val="90000"/>
              </a:lnSpc>
              <a:spcBef>
                <a:spcPts val="0"/>
              </a:spcBef>
              <a:spcAft>
                <a:spcPts val="0"/>
              </a:spcAft>
              <a:buSzPts val="3500"/>
              <a:buChar char="•"/>
            </a:pPr>
            <a:r>
              <a:rPr lang="en-US" sz="3500"/>
              <a:t>growth, maturation, entropy, and rebirth</a:t>
            </a:r>
            <a:endParaRPr sz="3500"/>
          </a:p>
          <a:p>
            <a:pPr marL="457200" marR="0" lvl="0" indent="0" algn="l" rtl="0">
              <a:lnSpc>
                <a:spcPct val="90000"/>
              </a:lnSpc>
              <a:spcBef>
                <a:spcPts val="1000"/>
              </a:spcBef>
              <a:spcAft>
                <a:spcPts val="0"/>
              </a:spcAft>
              <a:buNone/>
            </a:pPr>
            <a:endParaRPr sz="3500"/>
          </a:p>
          <a:p>
            <a:pPr marL="0" marR="0" lvl="0" indent="0" algn="ctr" rtl="0">
              <a:lnSpc>
                <a:spcPct val="90000"/>
              </a:lnSpc>
              <a:spcBef>
                <a:spcPts val="1000"/>
              </a:spcBef>
              <a:spcAft>
                <a:spcPts val="0"/>
              </a:spcAft>
              <a:buNone/>
            </a:pPr>
            <a:r>
              <a:rPr lang="en-US" sz="3500" i="1"/>
              <a:t>“Hard times create strong men, strong men create good times, good times create weak men, weak men create hard times”</a:t>
            </a:r>
            <a:endParaRPr sz="3500" i="1"/>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19"/>
          <p:cNvSpPr txBox="1">
            <a:spLocks noGrp="1"/>
          </p:cNvSpPr>
          <p:nvPr>
            <p:ph type="title"/>
          </p:nvPr>
        </p:nvSpPr>
        <p:spPr>
          <a:xfrm>
            <a:off x="629175" y="0"/>
            <a:ext cx="11021100" cy="13257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FF9900"/>
              </a:buClr>
              <a:buSzPts val="4400"/>
              <a:buFont typeface="Calibri"/>
              <a:buNone/>
            </a:pPr>
            <a:r>
              <a:rPr lang="en-US" b="1"/>
              <a:t>Bitcoin History: Does it matter who Satoshi is?</a:t>
            </a:r>
            <a:endParaRPr b="1"/>
          </a:p>
        </p:txBody>
      </p:sp>
      <p:sp>
        <p:nvSpPr>
          <p:cNvPr id="148" name="Google Shape;148;p19"/>
          <p:cNvSpPr txBox="1">
            <a:spLocks noGrp="1"/>
          </p:cNvSpPr>
          <p:nvPr>
            <p:ph type="body" idx="1"/>
          </p:nvPr>
        </p:nvSpPr>
        <p:spPr>
          <a:xfrm>
            <a:off x="201675" y="1325700"/>
            <a:ext cx="11689800" cy="5249100"/>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1000"/>
              </a:spcBef>
              <a:spcAft>
                <a:spcPts val="0"/>
              </a:spcAft>
              <a:buNone/>
            </a:pPr>
            <a:r>
              <a:rPr lang="en-US" sz="3500"/>
              <a:t>No.</a:t>
            </a:r>
            <a:endParaRPr sz="3500"/>
          </a:p>
          <a:p>
            <a:pPr marL="457200" marR="0" lvl="0" indent="-450850" algn="l" rtl="0">
              <a:lnSpc>
                <a:spcPct val="90000"/>
              </a:lnSpc>
              <a:spcBef>
                <a:spcPts val="1000"/>
              </a:spcBef>
              <a:spcAft>
                <a:spcPts val="0"/>
              </a:spcAft>
              <a:buSzPts val="3500"/>
              <a:buChar char="•"/>
            </a:pPr>
            <a:r>
              <a:rPr lang="en-US" sz="3500"/>
              <a:t>No one controls bitcoin, not even Satoshi</a:t>
            </a:r>
            <a:endParaRPr sz="3500"/>
          </a:p>
          <a:p>
            <a:pPr marL="457200" marR="0" lvl="0" indent="-450850" algn="l" rtl="0">
              <a:lnSpc>
                <a:spcPct val="90000"/>
              </a:lnSpc>
              <a:spcBef>
                <a:spcPts val="0"/>
              </a:spcBef>
              <a:spcAft>
                <a:spcPts val="0"/>
              </a:spcAft>
              <a:buSzPts val="3500"/>
              <a:buChar char="•"/>
            </a:pPr>
            <a:r>
              <a:rPr lang="en-US" sz="3500"/>
              <a:t>Could he sell his coins (possibly ~1,000,000 BTC)?</a:t>
            </a:r>
            <a:endParaRPr sz="3500"/>
          </a:p>
          <a:p>
            <a:pPr marL="914400" marR="0" lvl="1" indent="-450850" algn="l" rtl="0">
              <a:lnSpc>
                <a:spcPct val="90000"/>
              </a:lnSpc>
              <a:spcBef>
                <a:spcPts val="0"/>
              </a:spcBef>
              <a:spcAft>
                <a:spcPts val="0"/>
              </a:spcAft>
              <a:buSzPts val="3500"/>
              <a:buChar char="•"/>
            </a:pPr>
            <a:r>
              <a:rPr lang="en-US" sz="3500"/>
              <a:t>If the private keys still exist, yes</a:t>
            </a:r>
            <a:endParaRPr sz="3500"/>
          </a:p>
          <a:p>
            <a:pPr marL="914400" marR="0" lvl="1" indent="-450850" algn="l" rtl="0">
              <a:lnSpc>
                <a:spcPct val="90000"/>
              </a:lnSpc>
              <a:spcBef>
                <a:spcPts val="0"/>
              </a:spcBef>
              <a:spcAft>
                <a:spcPts val="0"/>
              </a:spcAft>
              <a:buSzPts val="3500"/>
              <a:buChar char="•"/>
            </a:pPr>
            <a:r>
              <a:rPr lang="en-US" sz="3500"/>
              <a:t>Could it trigger a massive bear market? yes </a:t>
            </a:r>
            <a:endParaRPr sz="3500"/>
          </a:p>
          <a:p>
            <a:pPr marL="914400" marR="0" lvl="1" indent="-450850" algn="l" rtl="0">
              <a:lnSpc>
                <a:spcPct val="90000"/>
              </a:lnSpc>
              <a:spcBef>
                <a:spcPts val="0"/>
              </a:spcBef>
              <a:spcAft>
                <a:spcPts val="0"/>
              </a:spcAft>
              <a:buSzPts val="3500"/>
              <a:buChar char="•"/>
            </a:pPr>
            <a:r>
              <a:rPr lang="en-US" sz="3500"/>
              <a:t>But, you can only sell once and everything we know about bitcoin would still be true</a:t>
            </a:r>
            <a:endParaRPr sz="3500"/>
          </a:p>
        </p:txBody>
      </p:sp>
      <p:pic>
        <p:nvPicPr>
          <p:cNvPr id="149" name="Google Shape;149;p19"/>
          <p:cNvPicPr preferRelativeResize="0"/>
          <p:nvPr/>
        </p:nvPicPr>
        <p:blipFill>
          <a:blip r:embed="rId3">
            <a:alphaModFix/>
          </a:blip>
          <a:stretch>
            <a:fillRect/>
          </a:stretch>
        </p:blipFill>
        <p:spPr>
          <a:xfrm>
            <a:off x="1274850" y="5114750"/>
            <a:ext cx="9729751" cy="11979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20"/>
          <p:cNvSpPr txBox="1">
            <a:spLocks noGrp="1"/>
          </p:cNvSpPr>
          <p:nvPr>
            <p:ph type="title"/>
          </p:nvPr>
        </p:nvSpPr>
        <p:spPr>
          <a:xfrm>
            <a:off x="1834800" y="0"/>
            <a:ext cx="8522400" cy="13257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FF9900"/>
              </a:buClr>
              <a:buSzPts val="4400"/>
              <a:buFont typeface="Calibri"/>
              <a:buNone/>
            </a:pPr>
            <a:r>
              <a:rPr lang="en-US" b="1"/>
              <a:t>Bitcoin History: So Who is Satoshi?</a:t>
            </a:r>
            <a:endParaRPr b="1"/>
          </a:p>
        </p:txBody>
      </p:sp>
      <p:sp>
        <p:nvSpPr>
          <p:cNvPr id="156" name="Google Shape;156;p20"/>
          <p:cNvSpPr txBox="1">
            <a:spLocks noGrp="1"/>
          </p:cNvSpPr>
          <p:nvPr>
            <p:ph type="body" idx="1"/>
          </p:nvPr>
        </p:nvSpPr>
        <p:spPr>
          <a:xfrm>
            <a:off x="201675" y="1325700"/>
            <a:ext cx="11689800" cy="5249100"/>
          </a:xfrm>
          <a:prstGeom prst="rect">
            <a:avLst/>
          </a:prstGeom>
          <a:noFill/>
          <a:ln>
            <a:noFill/>
          </a:ln>
        </p:spPr>
        <p:txBody>
          <a:bodyPr spcFirstLastPara="1" wrap="square" lIns="91425" tIns="45700" rIns="91425" bIns="45700" anchor="t" anchorCtr="0">
            <a:normAutofit lnSpcReduction="10000"/>
          </a:bodyPr>
          <a:lstStyle/>
          <a:p>
            <a:pPr marL="457200" marR="0" lvl="0" indent="-450850" algn="l" rtl="0">
              <a:lnSpc>
                <a:spcPct val="90000"/>
              </a:lnSpc>
              <a:spcBef>
                <a:spcPts val="1000"/>
              </a:spcBef>
              <a:spcAft>
                <a:spcPts val="0"/>
              </a:spcAft>
              <a:buSzPts val="3500"/>
              <a:buChar char="•"/>
            </a:pPr>
            <a:r>
              <a:rPr lang="en-US" sz="3500"/>
              <a:t>Notable people theorized to be Satoshi</a:t>
            </a:r>
            <a:endParaRPr sz="3500"/>
          </a:p>
          <a:p>
            <a:pPr marL="914400" marR="0" lvl="1" indent="-450850" algn="l" rtl="0">
              <a:lnSpc>
                <a:spcPct val="90000"/>
              </a:lnSpc>
              <a:spcBef>
                <a:spcPts val="0"/>
              </a:spcBef>
              <a:spcAft>
                <a:spcPts val="0"/>
              </a:spcAft>
              <a:buSzPts val="3500"/>
              <a:buChar char="•"/>
            </a:pPr>
            <a:r>
              <a:rPr lang="en-US" sz="3500"/>
              <a:t>Dorian Nakamoto (nope)</a:t>
            </a:r>
            <a:endParaRPr sz="3500"/>
          </a:p>
          <a:p>
            <a:pPr marL="914400" marR="0" lvl="1" indent="-450850" algn="l" rtl="0">
              <a:lnSpc>
                <a:spcPct val="90000"/>
              </a:lnSpc>
              <a:spcBef>
                <a:spcPts val="0"/>
              </a:spcBef>
              <a:spcAft>
                <a:spcPts val="0"/>
              </a:spcAft>
              <a:buSzPts val="3500"/>
              <a:buChar char="•"/>
            </a:pPr>
            <a:r>
              <a:rPr lang="en-US" sz="3500"/>
              <a:t>Jack Dorsey (it’s not </a:t>
            </a:r>
            <a:r>
              <a:rPr lang="en-US" sz="3500" u="sng">
                <a:solidFill>
                  <a:schemeClr val="hlink"/>
                </a:solidFill>
                <a:hlinkClick r:id="rId3"/>
              </a:rPr>
              <a:t>Jack</a:t>
            </a:r>
            <a:r>
              <a:rPr lang="en-US" sz="3500"/>
              <a:t>)</a:t>
            </a:r>
            <a:endParaRPr sz="3500"/>
          </a:p>
          <a:p>
            <a:pPr marL="914400" marR="0" lvl="1" indent="-450850" algn="l" rtl="0">
              <a:lnSpc>
                <a:spcPct val="90000"/>
              </a:lnSpc>
              <a:spcBef>
                <a:spcPts val="0"/>
              </a:spcBef>
              <a:spcAft>
                <a:spcPts val="0"/>
              </a:spcAft>
              <a:buSzPts val="3500"/>
              <a:buChar char="•"/>
            </a:pPr>
            <a:r>
              <a:rPr lang="en-US" sz="3500"/>
              <a:t>Hal Finney (sorry, not </a:t>
            </a:r>
            <a:r>
              <a:rPr lang="en-US" sz="3500" u="sng">
                <a:solidFill>
                  <a:schemeClr val="hlink"/>
                </a:solidFill>
                <a:hlinkClick r:id="rId4"/>
              </a:rPr>
              <a:t>Hal</a:t>
            </a:r>
            <a:r>
              <a:rPr lang="en-US" sz="3500"/>
              <a:t> either)</a:t>
            </a:r>
            <a:endParaRPr sz="3500"/>
          </a:p>
          <a:p>
            <a:pPr marL="914400" lvl="1" indent="-450850" algn="l" rtl="0">
              <a:spcBef>
                <a:spcPts val="0"/>
              </a:spcBef>
              <a:spcAft>
                <a:spcPts val="0"/>
              </a:spcAft>
              <a:buSzPts val="3500"/>
              <a:buChar char="•"/>
            </a:pPr>
            <a:r>
              <a:rPr lang="en-US" sz="3500"/>
              <a:t>Peter Todd </a:t>
            </a:r>
            <a:endParaRPr sz="3500"/>
          </a:p>
          <a:p>
            <a:pPr marL="914400" marR="0" lvl="1" indent="-450850" algn="l" rtl="0">
              <a:lnSpc>
                <a:spcPct val="90000"/>
              </a:lnSpc>
              <a:spcBef>
                <a:spcPts val="0"/>
              </a:spcBef>
              <a:spcAft>
                <a:spcPts val="0"/>
              </a:spcAft>
              <a:buSzPts val="3500"/>
              <a:buChar char="•"/>
            </a:pPr>
            <a:r>
              <a:rPr lang="en-US" sz="3500"/>
              <a:t>Len Sassaman </a:t>
            </a:r>
            <a:endParaRPr sz="3500"/>
          </a:p>
          <a:p>
            <a:pPr marL="914400" marR="0" lvl="1" indent="-450850" algn="l" rtl="0">
              <a:lnSpc>
                <a:spcPct val="90000"/>
              </a:lnSpc>
              <a:spcBef>
                <a:spcPts val="0"/>
              </a:spcBef>
              <a:spcAft>
                <a:spcPts val="0"/>
              </a:spcAft>
              <a:buSzPts val="3500"/>
              <a:buChar char="•"/>
            </a:pPr>
            <a:r>
              <a:rPr lang="en-US" sz="3500"/>
              <a:t>Nick Szabo </a:t>
            </a:r>
            <a:endParaRPr sz="3500"/>
          </a:p>
          <a:p>
            <a:pPr marL="914400" marR="0" lvl="1" indent="-450850" algn="l" rtl="0">
              <a:lnSpc>
                <a:spcPct val="90000"/>
              </a:lnSpc>
              <a:spcBef>
                <a:spcPts val="0"/>
              </a:spcBef>
              <a:spcAft>
                <a:spcPts val="0"/>
              </a:spcAft>
              <a:buSzPts val="3500"/>
              <a:buChar char="•"/>
            </a:pPr>
            <a:r>
              <a:rPr lang="en-US" sz="3500"/>
              <a:t>Adam Back </a:t>
            </a:r>
            <a:endParaRPr sz="3500"/>
          </a:p>
          <a:p>
            <a:pPr marL="914400" marR="0" lvl="1" indent="-450850" algn="l" rtl="0">
              <a:lnSpc>
                <a:spcPct val="90000"/>
              </a:lnSpc>
              <a:spcBef>
                <a:spcPts val="0"/>
              </a:spcBef>
              <a:spcAft>
                <a:spcPts val="0"/>
              </a:spcAft>
              <a:buSzPts val="3500"/>
              <a:buChar char="•"/>
            </a:pPr>
            <a:r>
              <a:rPr lang="en-US" sz="3500"/>
              <a:t>The CIA </a:t>
            </a:r>
            <a:endParaRPr sz="3500"/>
          </a:p>
          <a:p>
            <a:pPr marL="1371600" marR="0" lvl="2" indent="-450850" algn="l" rtl="0">
              <a:lnSpc>
                <a:spcPct val="90000"/>
              </a:lnSpc>
              <a:spcBef>
                <a:spcPts val="0"/>
              </a:spcBef>
              <a:spcAft>
                <a:spcPts val="0"/>
              </a:spcAft>
              <a:buSzPts val="3500"/>
              <a:buChar char="•"/>
            </a:pPr>
            <a:r>
              <a:rPr lang="en-US" sz="3500"/>
              <a:t>red hat? black hat? white hat?</a:t>
            </a:r>
            <a:endParaRPr sz="3500"/>
          </a:p>
          <a:p>
            <a:pPr marL="457200" marR="0" lvl="0" indent="-450850" algn="l" rtl="0">
              <a:lnSpc>
                <a:spcPct val="90000"/>
              </a:lnSpc>
              <a:spcBef>
                <a:spcPts val="0"/>
              </a:spcBef>
              <a:spcAft>
                <a:spcPts val="0"/>
              </a:spcAft>
              <a:buSzPts val="3500"/>
              <a:buChar char="•"/>
            </a:pPr>
            <a:r>
              <a:rPr lang="en-US" sz="3500"/>
              <a:t>No theory has been conclusively proven</a:t>
            </a:r>
            <a:endParaRPr sz="3500"/>
          </a:p>
        </p:txBody>
      </p:sp>
      <p:pic>
        <p:nvPicPr>
          <p:cNvPr id="157" name="Google Shape;157;p20"/>
          <p:cNvPicPr preferRelativeResize="0"/>
          <p:nvPr/>
        </p:nvPicPr>
        <p:blipFill>
          <a:blip r:embed="rId5">
            <a:alphaModFix/>
          </a:blip>
          <a:stretch>
            <a:fillRect/>
          </a:stretch>
        </p:blipFill>
        <p:spPr>
          <a:xfrm>
            <a:off x="7927600" y="2113301"/>
            <a:ext cx="3492024" cy="36739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1"/>
          <p:cNvSpPr txBox="1">
            <a:spLocks noGrp="1"/>
          </p:cNvSpPr>
          <p:nvPr>
            <p:ph type="title"/>
          </p:nvPr>
        </p:nvSpPr>
        <p:spPr>
          <a:xfrm>
            <a:off x="922800" y="0"/>
            <a:ext cx="10391700" cy="13257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FF9900"/>
              </a:buClr>
              <a:buSzPts val="4400"/>
              <a:buFont typeface="Calibri"/>
              <a:buNone/>
            </a:pPr>
            <a:r>
              <a:rPr lang="en-US" b="1"/>
              <a:t>Bitcoin History: Who is NOT Satoshi?</a:t>
            </a:r>
            <a:endParaRPr b="1"/>
          </a:p>
        </p:txBody>
      </p:sp>
      <p:sp>
        <p:nvSpPr>
          <p:cNvPr id="164" name="Google Shape;164;p21"/>
          <p:cNvSpPr txBox="1">
            <a:spLocks noGrp="1"/>
          </p:cNvSpPr>
          <p:nvPr>
            <p:ph type="body" idx="1"/>
          </p:nvPr>
        </p:nvSpPr>
        <p:spPr>
          <a:xfrm>
            <a:off x="201675" y="1325700"/>
            <a:ext cx="6016800" cy="1893600"/>
          </a:xfrm>
          <a:prstGeom prst="rect">
            <a:avLst/>
          </a:prstGeom>
          <a:noFill/>
          <a:ln>
            <a:noFill/>
          </a:ln>
        </p:spPr>
        <p:txBody>
          <a:bodyPr spcFirstLastPara="1" wrap="square" lIns="91425" tIns="45700" rIns="91425" bIns="45700" anchor="t" anchorCtr="0">
            <a:normAutofit fontScale="92500"/>
          </a:bodyPr>
          <a:lstStyle/>
          <a:p>
            <a:pPr marL="457200" marR="0" lvl="0" indent="-450850" algn="l" rtl="0">
              <a:lnSpc>
                <a:spcPct val="90000"/>
              </a:lnSpc>
              <a:spcBef>
                <a:spcPts val="1000"/>
              </a:spcBef>
              <a:spcAft>
                <a:spcPts val="0"/>
              </a:spcAft>
              <a:buSzPts val="3500"/>
              <a:buChar char="•"/>
            </a:pPr>
            <a:r>
              <a:rPr lang="en-US" sz="3500"/>
              <a:t>The only person who was proven, in a court of law, NOT to be Satoshi, is Craig Wright</a:t>
            </a:r>
            <a:endParaRPr sz="3500"/>
          </a:p>
        </p:txBody>
      </p:sp>
      <p:pic>
        <p:nvPicPr>
          <p:cNvPr id="165" name="Google Shape;165;p21"/>
          <p:cNvPicPr preferRelativeResize="0"/>
          <p:nvPr/>
        </p:nvPicPr>
        <p:blipFill>
          <a:blip r:embed="rId3">
            <a:alphaModFix/>
          </a:blip>
          <a:stretch>
            <a:fillRect/>
          </a:stretch>
        </p:blipFill>
        <p:spPr>
          <a:xfrm>
            <a:off x="6493925" y="1325688"/>
            <a:ext cx="5488350" cy="5001926"/>
          </a:xfrm>
          <a:prstGeom prst="rect">
            <a:avLst/>
          </a:prstGeom>
          <a:noFill/>
          <a:ln>
            <a:noFill/>
          </a:ln>
        </p:spPr>
      </p:pic>
      <p:pic>
        <p:nvPicPr>
          <p:cNvPr id="166" name="Google Shape;166;p21"/>
          <p:cNvPicPr preferRelativeResize="0"/>
          <p:nvPr/>
        </p:nvPicPr>
        <p:blipFill>
          <a:blip r:embed="rId4">
            <a:alphaModFix/>
          </a:blip>
          <a:stretch>
            <a:fillRect/>
          </a:stretch>
        </p:blipFill>
        <p:spPr>
          <a:xfrm>
            <a:off x="1430213" y="3145875"/>
            <a:ext cx="3559726" cy="3559726"/>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4">
          <a:extLst>
            <a:ext uri="{FF2B5EF4-FFF2-40B4-BE49-F238E27FC236}">
              <a16:creationId xmlns:a16="http://schemas.microsoft.com/office/drawing/2014/main" id="{7BE0BE93-1160-B2D5-344F-2BB905057484}"/>
            </a:ext>
          </a:extLst>
        </p:cNvPr>
        <p:cNvGrpSpPr/>
        <p:nvPr/>
      </p:nvGrpSpPr>
      <p:grpSpPr>
        <a:xfrm>
          <a:off x="0" y="0"/>
          <a:ext cx="0" cy="0"/>
          <a:chOff x="0" y="0"/>
          <a:chExt cx="0" cy="0"/>
        </a:xfrm>
      </p:grpSpPr>
      <p:sp>
        <p:nvSpPr>
          <p:cNvPr id="205" name="Google Shape;205;p26">
            <a:extLst>
              <a:ext uri="{FF2B5EF4-FFF2-40B4-BE49-F238E27FC236}">
                <a16:creationId xmlns:a16="http://schemas.microsoft.com/office/drawing/2014/main" id="{531CF2EA-1591-2A8F-4526-562E8E42D773}"/>
              </a:ext>
            </a:extLst>
          </p:cNvPr>
          <p:cNvSpPr txBox="1">
            <a:spLocks noGrp="1"/>
          </p:cNvSpPr>
          <p:nvPr>
            <p:ph type="title"/>
          </p:nvPr>
        </p:nvSpPr>
        <p:spPr>
          <a:xfrm>
            <a:off x="2322900" y="153725"/>
            <a:ext cx="7546200" cy="8301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FF9900"/>
              </a:buClr>
              <a:buSzPts val="4400"/>
              <a:buFont typeface="Calibri"/>
              <a:buNone/>
            </a:pPr>
            <a:r>
              <a:rPr lang="en-US" b="1"/>
              <a:t>Bitcoin Demo: Lets BITCHAT!</a:t>
            </a:r>
            <a:endParaRPr b="1"/>
          </a:p>
        </p:txBody>
      </p:sp>
      <p:pic>
        <p:nvPicPr>
          <p:cNvPr id="206" name="Google Shape;206;p26">
            <a:extLst>
              <a:ext uri="{FF2B5EF4-FFF2-40B4-BE49-F238E27FC236}">
                <a16:creationId xmlns:a16="http://schemas.microsoft.com/office/drawing/2014/main" id="{9CB7B49C-5095-DF03-0D7A-454A0E65ED00}"/>
              </a:ext>
            </a:extLst>
          </p:cNvPr>
          <p:cNvPicPr preferRelativeResize="0"/>
          <p:nvPr/>
        </p:nvPicPr>
        <p:blipFill>
          <a:blip r:embed="rId3">
            <a:alphaModFix/>
          </a:blip>
          <a:stretch>
            <a:fillRect/>
          </a:stretch>
        </p:blipFill>
        <p:spPr>
          <a:xfrm>
            <a:off x="446025" y="4609125"/>
            <a:ext cx="1952625" cy="1981200"/>
          </a:xfrm>
          <a:prstGeom prst="rect">
            <a:avLst/>
          </a:prstGeom>
          <a:noFill/>
          <a:ln>
            <a:noFill/>
          </a:ln>
        </p:spPr>
      </p:pic>
      <p:sp>
        <p:nvSpPr>
          <p:cNvPr id="207" name="Google Shape;207;p26">
            <a:extLst>
              <a:ext uri="{FF2B5EF4-FFF2-40B4-BE49-F238E27FC236}">
                <a16:creationId xmlns:a16="http://schemas.microsoft.com/office/drawing/2014/main" id="{83D69834-080A-8B86-BAAA-051965DC8E87}"/>
              </a:ext>
            </a:extLst>
          </p:cNvPr>
          <p:cNvSpPr txBox="1"/>
          <p:nvPr/>
        </p:nvSpPr>
        <p:spPr>
          <a:xfrm>
            <a:off x="321338" y="3921825"/>
            <a:ext cx="2202000" cy="600300"/>
          </a:xfrm>
          <a:prstGeom prst="rect">
            <a:avLst/>
          </a:prstGeom>
          <a:noFill/>
          <a:ln>
            <a:noFill/>
          </a:ln>
        </p:spPr>
        <p:txBody>
          <a:bodyPr spcFirstLastPara="1" wrap="square" lIns="91425" tIns="91425" rIns="91425" bIns="91425" anchor="t" anchorCtr="0">
            <a:spAutoFit/>
          </a:bodyPr>
          <a:lstStyle/>
          <a:p>
            <a:pPr marL="0" lvl="0" indent="0" algn="ctr" rtl="0">
              <a:lnSpc>
                <a:spcPct val="90000"/>
              </a:lnSpc>
              <a:spcBef>
                <a:spcPts val="1000"/>
              </a:spcBef>
              <a:spcAft>
                <a:spcPts val="0"/>
              </a:spcAft>
              <a:buNone/>
            </a:pPr>
            <a:r>
              <a:rPr lang="en-US" sz="3000">
                <a:solidFill>
                  <a:srgbClr val="FF9900"/>
                </a:solidFill>
                <a:latin typeface="Calibri"/>
                <a:ea typeface="Calibri"/>
                <a:cs typeface="Calibri"/>
                <a:sym typeface="Calibri"/>
              </a:rPr>
              <a:t>Android</a:t>
            </a:r>
            <a:endParaRPr/>
          </a:p>
        </p:txBody>
      </p:sp>
      <p:pic>
        <p:nvPicPr>
          <p:cNvPr id="208" name="Google Shape;208;p26">
            <a:extLst>
              <a:ext uri="{FF2B5EF4-FFF2-40B4-BE49-F238E27FC236}">
                <a16:creationId xmlns:a16="http://schemas.microsoft.com/office/drawing/2014/main" id="{1921AE60-30EC-281C-0F40-6B404C074026}"/>
              </a:ext>
            </a:extLst>
          </p:cNvPr>
          <p:cNvPicPr preferRelativeResize="0"/>
          <p:nvPr/>
        </p:nvPicPr>
        <p:blipFill>
          <a:blip r:embed="rId4">
            <a:alphaModFix/>
          </a:blip>
          <a:stretch>
            <a:fillRect/>
          </a:stretch>
        </p:blipFill>
        <p:spPr>
          <a:xfrm>
            <a:off x="3462188" y="4632938"/>
            <a:ext cx="1895475" cy="1933575"/>
          </a:xfrm>
          <a:prstGeom prst="rect">
            <a:avLst/>
          </a:prstGeom>
          <a:noFill/>
          <a:ln>
            <a:noFill/>
          </a:ln>
        </p:spPr>
      </p:pic>
      <p:sp>
        <p:nvSpPr>
          <p:cNvPr id="209" name="Google Shape;209;p26">
            <a:extLst>
              <a:ext uri="{FF2B5EF4-FFF2-40B4-BE49-F238E27FC236}">
                <a16:creationId xmlns:a16="http://schemas.microsoft.com/office/drawing/2014/main" id="{3F299D3D-5C1F-96A1-FC11-E83E66765B7A}"/>
              </a:ext>
            </a:extLst>
          </p:cNvPr>
          <p:cNvSpPr txBox="1"/>
          <p:nvPr/>
        </p:nvSpPr>
        <p:spPr>
          <a:xfrm>
            <a:off x="3308925" y="4032650"/>
            <a:ext cx="2202000" cy="600300"/>
          </a:xfrm>
          <a:prstGeom prst="rect">
            <a:avLst/>
          </a:prstGeom>
          <a:noFill/>
          <a:ln>
            <a:noFill/>
          </a:ln>
        </p:spPr>
        <p:txBody>
          <a:bodyPr spcFirstLastPara="1" wrap="square" lIns="91425" tIns="91425" rIns="91425" bIns="91425" anchor="t" anchorCtr="0">
            <a:spAutoFit/>
          </a:bodyPr>
          <a:lstStyle/>
          <a:p>
            <a:pPr marL="0" lvl="0" indent="0" algn="ctr" rtl="0">
              <a:lnSpc>
                <a:spcPct val="90000"/>
              </a:lnSpc>
              <a:spcBef>
                <a:spcPts val="1000"/>
              </a:spcBef>
              <a:spcAft>
                <a:spcPts val="0"/>
              </a:spcAft>
              <a:buNone/>
            </a:pPr>
            <a:r>
              <a:rPr lang="en-US" sz="3000">
                <a:solidFill>
                  <a:srgbClr val="FF9900"/>
                </a:solidFill>
                <a:latin typeface="Calibri"/>
                <a:ea typeface="Calibri"/>
                <a:cs typeface="Calibri"/>
                <a:sym typeface="Calibri"/>
              </a:rPr>
              <a:t>iOS</a:t>
            </a:r>
            <a:endParaRPr/>
          </a:p>
        </p:txBody>
      </p:sp>
      <p:sp>
        <p:nvSpPr>
          <p:cNvPr id="210" name="Google Shape;210;p26">
            <a:extLst>
              <a:ext uri="{FF2B5EF4-FFF2-40B4-BE49-F238E27FC236}">
                <a16:creationId xmlns:a16="http://schemas.microsoft.com/office/drawing/2014/main" id="{58D0BE60-0980-1960-191E-D054B074AF12}"/>
              </a:ext>
            </a:extLst>
          </p:cNvPr>
          <p:cNvSpPr txBox="1">
            <a:spLocks noGrp="1"/>
          </p:cNvSpPr>
          <p:nvPr>
            <p:ph type="body" idx="1"/>
          </p:nvPr>
        </p:nvSpPr>
        <p:spPr>
          <a:xfrm>
            <a:off x="254100" y="1059100"/>
            <a:ext cx="9615000" cy="2682600"/>
          </a:xfrm>
          <a:prstGeom prst="rect">
            <a:avLst/>
          </a:prstGeom>
          <a:noFill/>
          <a:ln>
            <a:noFill/>
          </a:ln>
        </p:spPr>
        <p:txBody>
          <a:bodyPr spcFirstLastPara="1" wrap="square" lIns="91425" tIns="45700" rIns="91425" bIns="45700" anchor="t" anchorCtr="0">
            <a:normAutofit/>
          </a:bodyPr>
          <a:lstStyle/>
          <a:p>
            <a:pPr marL="457200" marR="0" lvl="0" indent="-450850" algn="l" rtl="0">
              <a:lnSpc>
                <a:spcPct val="90000"/>
              </a:lnSpc>
              <a:spcBef>
                <a:spcPts val="1000"/>
              </a:spcBef>
              <a:spcAft>
                <a:spcPts val="0"/>
              </a:spcAft>
              <a:buSzPts val="3500"/>
              <a:buAutoNum type="arabicPeriod"/>
            </a:pPr>
            <a:r>
              <a:rPr lang="en-US" sz="3500" b="1"/>
              <a:t>Download app</a:t>
            </a:r>
            <a:endParaRPr sz="3500"/>
          </a:p>
          <a:p>
            <a:pPr marL="457200" marR="0" lvl="0" indent="-450850" algn="l" rtl="0">
              <a:lnSpc>
                <a:spcPct val="90000"/>
              </a:lnSpc>
              <a:spcBef>
                <a:spcPts val="0"/>
              </a:spcBef>
              <a:spcAft>
                <a:spcPts val="0"/>
              </a:spcAft>
              <a:buSzPts val="3500"/>
              <a:buAutoNum type="arabicPeriod"/>
            </a:pPr>
            <a:r>
              <a:rPr lang="en-US" sz="3500"/>
              <a:t>Grant Permissions &amp; whatnot</a:t>
            </a:r>
            <a:endParaRPr sz="3500"/>
          </a:p>
          <a:p>
            <a:pPr marL="457200" marR="0" lvl="0" indent="-450850" algn="l" rtl="0">
              <a:lnSpc>
                <a:spcPct val="90000"/>
              </a:lnSpc>
              <a:spcBef>
                <a:spcPts val="0"/>
              </a:spcBef>
              <a:spcAft>
                <a:spcPts val="0"/>
              </a:spcAft>
              <a:buSzPts val="3500"/>
              <a:buAutoNum type="arabicPeriod"/>
            </a:pPr>
            <a:r>
              <a:rPr lang="en-US" sz="3500"/>
              <a:t>Chat in #mesh mode</a:t>
            </a:r>
            <a:endParaRPr sz="3500"/>
          </a:p>
          <a:p>
            <a:pPr marL="457200" marR="0" lvl="0" indent="-450850" algn="l" rtl="0">
              <a:lnSpc>
                <a:spcPct val="90000"/>
              </a:lnSpc>
              <a:spcBef>
                <a:spcPts val="0"/>
              </a:spcBef>
              <a:spcAft>
                <a:spcPts val="0"/>
              </a:spcAft>
              <a:buSzPts val="3500"/>
              <a:buAutoNum type="arabicPeriod"/>
            </a:pPr>
            <a:r>
              <a:rPr lang="en-US" sz="3500"/>
              <a:t>Now try in airplane mode! (make sure bluetooth is still enabled and listening for new connections)</a:t>
            </a:r>
            <a:endParaRPr sz="3500"/>
          </a:p>
        </p:txBody>
      </p:sp>
      <p:pic>
        <p:nvPicPr>
          <p:cNvPr id="211" name="Google Shape;211;p26" title="Screenshot_20250914-071341.png">
            <a:extLst>
              <a:ext uri="{FF2B5EF4-FFF2-40B4-BE49-F238E27FC236}">
                <a16:creationId xmlns:a16="http://schemas.microsoft.com/office/drawing/2014/main" id="{658FD9F1-3172-1F60-6401-84883C5CF41D}"/>
              </a:ext>
            </a:extLst>
          </p:cNvPr>
          <p:cNvPicPr preferRelativeResize="0"/>
          <p:nvPr/>
        </p:nvPicPr>
        <p:blipFill rotWithShape="1">
          <a:blip r:embed="rId5">
            <a:alphaModFix/>
          </a:blip>
          <a:srcRect t="88861" b="2918"/>
          <a:stretch/>
        </p:blipFill>
        <p:spPr>
          <a:xfrm>
            <a:off x="6216075" y="1643750"/>
            <a:ext cx="2426524" cy="443023"/>
          </a:xfrm>
          <a:prstGeom prst="rect">
            <a:avLst/>
          </a:prstGeom>
          <a:noFill/>
          <a:ln>
            <a:noFill/>
          </a:ln>
        </p:spPr>
      </p:pic>
      <p:pic>
        <p:nvPicPr>
          <p:cNvPr id="212" name="Google Shape;212;p26" title="Screenshot_20250914-071432.png">
            <a:extLst>
              <a:ext uri="{FF2B5EF4-FFF2-40B4-BE49-F238E27FC236}">
                <a16:creationId xmlns:a16="http://schemas.microsoft.com/office/drawing/2014/main" id="{9AFAC193-44E5-DC70-2ABA-177731191B64}"/>
              </a:ext>
            </a:extLst>
          </p:cNvPr>
          <p:cNvPicPr preferRelativeResize="0"/>
          <p:nvPr/>
        </p:nvPicPr>
        <p:blipFill rotWithShape="1">
          <a:blip r:embed="rId6">
            <a:alphaModFix/>
          </a:blip>
          <a:srcRect b="85602"/>
          <a:stretch/>
        </p:blipFill>
        <p:spPr>
          <a:xfrm>
            <a:off x="5878012" y="5048450"/>
            <a:ext cx="3623999" cy="1158953"/>
          </a:xfrm>
          <a:prstGeom prst="rect">
            <a:avLst/>
          </a:prstGeom>
          <a:noFill/>
          <a:ln w="9525" cap="flat" cmpd="sng">
            <a:solidFill>
              <a:schemeClr val="lt1"/>
            </a:solidFill>
            <a:prstDash val="solid"/>
            <a:round/>
            <a:headEnd type="none" w="sm" len="sm"/>
            <a:tailEnd type="none" w="sm" len="sm"/>
          </a:ln>
        </p:spPr>
      </p:pic>
      <p:sp>
        <p:nvSpPr>
          <p:cNvPr id="213" name="Google Shape;213;p26">
            <a:extLst>
              <a:ext uri="{FF2B5EF4-FFF2-40B4-BE49-F238E27FC236}">
                <a16:creationId xmlns:a16="http://schemas.microsoft.com/office/drawing/2014/main" id="{11D131B4-7209-561F-1DF6-731B2D0B172C}"/>
              </a:ext>
            </a:extLst>
          </p:cNvPr>
          <p:cNvSpPr txBox="1"/>
          <p:nvPr/>
        </p:nvSpPr>
        <p:spPr>
          <a:xfrm>
            <a:off x="5878013" y="4032650"/>
            <a:ext cx="3624000" cy="1015800"/>
          </a:xfrm>
          <a:prstGeom prst="rect">
            <a:avLst/>
          </a:prstGeom>
          <a:noFill/>
          <a:ln>
            <a:noFill/>
          </a:ln>
        </p:spPr>
        <p:txBody>
          <a:bodyPr spcFirstLastPara="1" wrap="square" lIns="91425" tIns="91425" rIns="91425" bIns="91425" anchor="t" anchorCtr="0">
            <a:spAutoFit/>
          </a:bodyPr>
          <a:lstStyle/>
          <a:p>
            <a:pPr marL="0" lvl="0" indent="0" algn="ctr" rtl="0">
              <a:lnSpc>
                <a:spcPct val="90000"/>
              </a:lnSpc>
              <a:spcBef>
                <a:spcPts val="1000"/>
              </a:spcBef>
              <a:spcAft>
                <a:spcPts val="0"/>
              </a:spcAft>
              <a:buNone/>
            </a:pPr>
            <a:r>
              <a:rPr lang="en-US" sz="3000">
                <a:solidFill>
                  <a:srgbClr val="FF9900"/>
                </a:solidFill>
                <a:latin typeface="Calibri"/>
                <a:ea typeface="Calibri"/>
                <a:cs typeface="Calibri"/>
                <a:sym typeface="Calibri"/>
              </a:rPr>
              <a:t>To change your name, type at the top</a:t>
            </a:r>
            <a:endParaRPr/>
          </a:p>
        </p:txBody>
      </p:sp>
      <p:pic>
        <p:nvPicPr>
          <p:cNvPr id="214" name="Google Shape;214;p26">
            <a:extLst>
              <a:ext uri="{FF2B5EF4-FFF2-40B4-BE49-F238E27FC236}">
                <a16:creationId xmlns:a16="http://schemas.microsoft.com/office/drawing/2014/main" id="{2AF98725-6074-A048-38FB-05FD5D7C8165}"/>
              </a:ext>
            </a:extLst>
          </p:cNvPr>
          <p:cNvPicPr preferRelativeResize="0"/>
          <p:nvPr/>
        </p:nvPicPr>
        <p:blipFill>
          <a:blip r:embed="rId7">
            <a:alphaModFix/>
          </a:blip>
          <a:stretch>
            <a:fillRect/>
          </a:stretch>
        </p:blipFill>
        <p:spPr>
          <a:xfrm>
            <a:off x="10022375" y="1183200"/>
            <a:ext cx="2018100" cy="4491598"/>
          </a:xfrm>
          <a:prstGeom prst="rect">
            <a:avLst/>
          </a:prstGeom>
          <a:noFill/>
          <a:ln>
            <a:noFill/>
          </a:ln>
        </p:spPr>
      </p:pic>
    </p:spTree>
    <p:extLst>
      <p:ext uri="{BB962C8B-B14F-4D97-AF65-F5344CB8AC3E}">
        <p14:creationId xmlns:p14="http://schemas.microsoft.com/office/powerpoint/2010/main" val="1128082689"/>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TotalTime>
  <Words>772</Words>
  <Application>Microsoft Office PowerPoint</Application>
  <PresentationFormat>Widescreen</PresentationFormat>
  <Paragraphs>123</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PowerPoint Presentation</vt:lpstr>
      <vt:lpstr>JC Bitcoin Meetup Planning</vt:lpstr>
      <vt:lpstr>JC Bitcoin Meetup Planning</vt:lpstr>
      <vt:lpstr>Podcast Spotlight:</vt:lpstr>
      <vt:lpstr>Bitcoin History:</vt:lpstr>
      <vt:lpstr>Bitcoin News: NPM Attack?</vt:lpstr>
      <vt:lpstr>Bitcoin News: Patriot Act 2.0</vt:lpstr>
      <vt:lpstr>Bitcoin News: Bitchat Surge in Nepal</vt:lpstr>
      <vt:lpstr>Bitcoin Future Tech: Bitchat Freedom Tech for Offline Comms</vt:lpstr>
      <vt:lpstr>Bitcoin Demo: Lets BITCHAT!</vt:lpstr>
      <vt:lpstr>Bitcoin Short Film: Reality (TIP_NZ)</vt:lpstr>
      <vt:lpstr>Value 4 Value</vt:lpstr>
      <vt:lpstr>PowerPoint Presentation</vt:lpstr>
      <vt:lpstr>Bitcoin Book Club!</vt:lpstr>
      <vt:lpstr>Bitcoin Book List: The 4th Turning</vt:lpstr>
      <vt:lpstr>Bitcoin History: Does it matter who Satoshi is?</vt:lpstr>
      <vt:lpstr>Bitcoin History: So Who is Satoshi?</vt:lpstr>
      <vt:lpstr>Bitcoin History: Who is NOT Satoshi?</vt:lpstr>
      <vt:lpstr>Bitcoin Demo: Lets BITCHAT!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GC</dc:creator>
  <cp:lastModifiedBy>Giancarlo Carnevale</cp:lastModifiedBy>
  <cp:revision>2</cp:revision>
  <dcterms:modified xsi:type="dcterms:W3CDTF">2025-11-09T19:46:59Z</dcterms:modified>
</cp:coreProperties>
</file>